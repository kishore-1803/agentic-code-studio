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B0AFF8-DE4C-7C19-4878-CBB4159DE6D4}" v="138" dt="2026-01-28T16:45:00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2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5F82BC-6C40-4F60-8F47-78EE7CA35B0D}" type="doc">
      <dgm:prSet loTypeId="urn:microsoft.com/office/officeart/2005/8/layout/process1" loCatId="process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511EF93-9520-4BE9-9981-FC86281B3FDC}">
      <dgm:prSet/>
      <dgm:spPr/>
      <dgm:t>
        <a:bodyPr/>
        <a:lstStyle/>
        <a:p>
          <a:r>
            <a:rPr lang="en-US" b="1"/>
            <a:t>Agentic Code Studio</a:t>
          </a:r>
          <a:endParaRPr lang="en-US"/>
        </a:p>
      </dgm:t>
    </dgm:pt>
    <dgm:pt modelId="{DD07FD9D-4F52-41B0-84EE-F6B5363AE92C}" type="parTrans" cxnId="{E086FD25-CC3C-4C11-9D9F-7DB2977689F7}">
      <dgm:prSet/>
      <dgm:spPr/>
      <dgm:t>
        <a:bodyPr/>
        <a:lstStyle/>
        <a:p>
          <a:endParaRPr lang="en-US"/>
        </a:p>
      </dgm:t>
    </dgm:pt>
    <dgm:pt modelId="{2535924E-1688-4DF0-BED8-56A98F69D60A}" type="sibTrans" cxnId="{E086FD25-CC3C-4C11-9D9F-7DB2977689F7}">
      <dgm:prSet/>
      <dgm:spPr/>
      <dgm:t>
        <a:bodyPr/>
        <a:lstStyle/>
        <a:p>
          <a:endParaRPr lang="en-US"/>
        </a:p>
      </dgm:t>
    </dgm:pt>
    <dgm:pt modelId="{AFEAE432-A17F-424F-9054-98D0FB3548C5}">
      <dgm:prSet/>
      <dgm:spPr/>
      <dgm:t>
        <a:bodyPr/>
        <a:lstStyle/>
        <a:p>
          <a:r>
            <a:rPr lang="en-US"/>
            <a:t>An </a:t>
          </a:r>
          <a:r>
            <a:rPr lang="en-US" b="1"/>
            <a:t>autonomous AI software engineering system</a:t>
          </a:r>
          <a:endParaRPr lang="en-US"/>
        </a:p>
      </dgm:t>
    </dgm:pt>
    <dgm:pt modelId="{F50A392F-F0FE-4704-8062-EBCDC222135A}" type="parTrans" cxnId="{E20D2B7E-F971-4C09-A2EA-107A732663E7}">
      <dgm:prSet/>
      <dgm:spPr/>
      <dgm:t>
        <a:bodyPr/>
        <a:lstStyle/>
        <a:p>
          <a:endParaRPr lang="en-US"/>
        </a:p>
      </dgm:t>
    </dgm:pt>
    <dgm:pt modelId="{04FE1E61-583C-45A5-81AD-DEBCA6769611}" type="sibTrans" cxnId="{E20D2B7E-F971-4C09-A2EA-107A732663E7}">
      <dgm:prSet/>
      <dgm:spPr/>
      <dgm:t>
        <a:bodyPr/>
        <a:lstStyle/>
        <a:p>
          <a:endParaRPr lang="en-US"/>
        </a:p>
      </dgm:t>
    </dgm:pt>
    <dgm:pt modelId="{7A7930E3-10E8-4BC6-B751-7E57041856DE}">
      <dgm:prSet/>
      <dgm:spPr/>
      <dgm:t>
        <a:bodyPr/>
        <a:lstStyle/>
        <a:p>
          <a:r>
            <a:rPr lang="en-US"/>
            <a:t>Uses </a:t>
          </a:r>
          <a:r>
            <a:rPr lang="en-US" b="1"/>
            <a:t>multiple specialized AI agents</a:t>
          </a:r>
          <a:endParaRPr lang="en-US"/>
        </a:p>
      </dgm:t>
    </dgm:pt>
    <dgm:pt modelId="{ED477234-975F-459F-8D02-B8300ED81895}" type="parTrans" cxnId="{11E707BB-CC3D-4F9F-80AC-B2A57DC92D0D}">
      <dgm:prSet/>
      <dgm:spPr/>
      <dgm:t>
        <a:bodyPr/>
        <a:lstStyle/>
        <a:p>
          <a:endParaRPr lang="en-US"/>
        </a:p>
      </dgm:t>
    </dgm:pt>
    <dgm:pt modelId="{7ACD4B94-4931-4751-82A9-88D8D18D23A8}" type="sibTrans" cxnId="{11E707BB-CC3D-4F9F-80AC-B2A57DC92D0D}">
      <dgm:prSet/>
      <dgm:spPr/>
      <dgm:t>
        <a:bodyPr/>
        <a:lstStyle/>
        <a:p>
          <a:endParaRPr lang="en-US"/>
        </a:p>
      </dgm:t>
    </dgm:pt>
    <dgm:pt modelId="{1D691095-ECFB-4840-9EB3-38013DF77047}">
      <dgm:prSet/>
      <dgm:spPr/>
      <dgm:t>
        <a:bodyPr/>
        <a:lstStyle/>
        <a:p>
          <a:r>
            <a:rPr lang="en-US"/>
            <a:t>Automatically:</a:t>
          </a:r>
        </a:p>
      </dgm:t>
    </dgm:pt>
    <dgm:pt modelId="{83414A15-B039-4E78-A7C2-2AAA8BBD26B7}" type="parTrans" cxnId="{C07839D6-ECF5-4C00-90BC-CFCF8609FCA2}">
      <dgm:prSet/>
      <dgm:spPr/>
      <dgm:t>
        <a:bodyPr/>
        <a:lstStyle/>
        <a:p>
          <a:endParaRPr lang="en-US"/>
        </a:p>
      </dgm:t>
    </dgm:pt>
    <dgm:pt modelId="{823961F9-75CC-45ED-8AA1-D30CE6E050E6}" type="sibTrans" cxnId="{C07839D6-ECF5-4C00-90BC-CFCF8609FCA2}">
      <dgm:prSet/>
      <dgm:spPr/>
      <dgm:t>
        <a:bodyPr/>
        <a:lstStyle/>
        <a:p>
          <a:endParaRPr lang="en-US"/>
        </a:p>
      </dgm:t>
    </dgm:pt>
    <dgm:pt modelId="{F4CE802A-2A1A-4457-85BA-A085841366C5}">
      <dgm:prSet/>
      <dgm:spPr/>
      <dgm:t>
        <a:bodyPr/>
        <a:lstStyle/>
        <a:p>
          <a:r>
            <a:rPr lang="en-US"/>
            <a:t>Detects bugs</a:t>
          </a:r>
        </a:p>
      </dgm:t>
    </dgm:pt>
    <dgm:pt modelId="{5707486F-93BA-4BF6-B6A3-B3BB0B94EC28}" type="parTrans" cxnId="{F3898575-3D49-41C3-B3B9-261DAB4E3463}">
      <dgm:prSet/>
      <dgm:spPr/>
      <dgm:t>
        <a:bodyPr/>
        <a:lstStyle/>
        <a:p>
          <a:endParaRPr lang="en-US"/>
        </a:p>
      </dgm:t>
    </dgm:pt>
    <dgm:pt modelId="{9210B25B-EEF9-4ACE-B893-02DFD1D44A8C}" type="sibTrans" cxnId="{F3898575-3D49-41C3-B3B9-261DAB4E3463}">
      <dgm:prSet/>
      <dgm:spPr/>
      <dgm:t>
        <a:bodyPr/>
        <a:lstStyle/>
        <a:p>
          <a:endParaRPr lang="en-US"/>
        </a:p>
      </dgm:t>
    </dgm:pt>
    <dgm:pt modelId="{C9B2A930-E477-43F7-973B-ED0296BBE85B}">
      <dgm:prSet/>
      <dgm:spPr/>
      <dgm:t>
        <a:bodyPr/>
        <a:lstStyle/>
        <a:p>
          <a:r>
            <a:rPr lang="en-US"/>
            <a:t>Fixes errors</a:t>
          </a:r>
        </a:p>
      </dgm:t>
    </dgm:pt>
    <dgm:pt modelId="{4FEA247F-52D8-44B8-829B-0D389530CC85}" type="parTrans" cxnId="{FF1E5708-66A3-4DE8-8DA3-4007B30F6760}">
      <dgm:prSet/>
      <dgm:spPr/>
      <dgm:t>
        <a:bodyPr/>
        <a:lstStyle/>
        <a:p>
          <a:endParaRPr lang="en-US"/>
        </a:p>
      </dgm:t>
    </dgm:pt>
    <dgm:pt modelId="{3015E65F-3167-490F-9689-2656B43B5621}" type="sibTrans" cxnId="{FF1E5708-66A3-4DE8-8DA3-4007B30F6760}">
      <dgm:prSet/>
      <dgm:spPr/>
      <dgm:t>
        <a:bodyPr/>
        <a:lstStyle/>
        <a:p>
          <a:endParaRPr lang="en-US"/>
        </a:p>
      </dgm:t>
    </dgm:pt>
    <dgm:pt modelId="{C2FA326E-E08D-4AEB-B5AD-562D9D145E5E}">
      <dgm:prSet/>
      <dgm:spPr/>
      <dgm:t>
        <a:bodyPr/>
        <a:lstStyle/>
        <a:p>
          <a:r>
            <a:rPr lang="en-US"/>
            <a:t>Optimizes performance</a:t>
          </a:r>
        </a:p>
      </dgm:t>
    </dgm:pt>
    <dgm:pt modelId="{88DF8787-2935-4A73-9D98-9A882586769D}" type="parTrans" cxnId="{78611D21-C71A-426F-BF19-4505DDFDF683}">
      <dgm:prSet/>
      <dgm:spPr/>
      <dgm:t>
        <a:bodyPr/>
        <a:lstStyle/>
        <a:p>
          <a:endParaRPr lang="en-US"/>
        </a:p>
      </dgm:t>
    </dgm:pt>
    <dgm:pt modelId="{5FF0E8DF-D26D-43B6-8ACE-347F42A805D0}" type="sibTrans" cxnId="{78611D21-C71A-426F-BF19-4505DDFDF683}">
      <dgm:prSet/>
      <dgm:spPr/>
      <dgm:t>
        <a:bodyPr/>
        <a:lstStyle/>
        <a:p>
          <a:endParaRPr lang="en-US"/>
        </a:p>
      </dgm:t>
    </dgm:pt>
    <dgm:pt modelId="{1C4C318E-CE29-430F-9730-31C112816780}">
      <dgm:prSet/>
      <dgm:spPr/>
      <dgm:t>
        <a:bodyPr/>
        <a:lstStyle/>
        <a:p>
          <a:r>
            <a:rPr lang="en-US"/>
            <a:t>Audits security issues</a:t>
          </a:r>
        </a:p>
      </dgm:t>
    </dgm:pt>
    <dgm:pt modelId="{EA93006F-B7A1-47DE-9B7F-CF39E1FC77C5}" type="parTrans" cxnId="{0A650F89-DCEC-4C7C-8645-A8259B40CFF3}">
      <dgm:prSet/>
      <dgm:spPr/>
      <dgm:t>
        <a:bodyPr/>
        <a:lstStyle/>
        <a:p>
          <a:endParaRPr lang="en-US"/>
        </a:p>
      </dgm:t>
    </dgm:pt>
    <dgm:pt modelId="{03422C71-F2EC-4164-961A-0AF18F614D2E}" type="sibTrans" cxnId="{0A650F89-DCEC-4C7C-8645-A8259B40CFF3}">
      <dgm:prSet/>
      <dgm:spPr/>
      <dgm:t>
        <a:bodyPr/>
        <a:lstStyle/>
        <a:p>
          <a:endParaRPr lang="en-US"/>
        </a:p>
      </dgm:t>
    </dgm:pt>
    <dgm:pt modelId="{5473361D-CF27-4C63-A5EF-270D0111443F}" type="pres">
      <dgm:prSet presAssocID="{D15F82BC-6C40-4F60-8F47-78EE7CA35B0D}" presName="Name0" presStyleCnt="0">
        <dgm:presLayoutVars>
          <dgm:dir/>
          <dgm:resizeHandles val="exact"/>
        </dgm:presLayoutVars>
      </dgm:prSet>
      <dgm:spPr/>
    </dgm:pt>
    <dgm:pt modelId="{EE7714AA-1B9D-4919-8BEE-297CC87DDD5D}" type="pres">
      <dgm:prSet presAssocID="{7511EF93-9520-4BE9-9981-FC86281B3FDC}" presName="node" presStyleLbl="node1" presStyleIdx="0" presStyleCnt="4">
        <dgm:presLayoutVars>
          <dgm:bulletEnabled val="1"/>
        </dgm:presLayoutVars>
      </dgm:prSet>
      <dgm:spPr/>
    </dgm:pt>
    <dgm:pt modelId="{99BAC01A-FA9F-478C-A410-084E166A2715}" type="pres">
      <dgm:prSet presAssocID="{2535924E-1688-4DF0-BED8-56A98F69D60A}" presName="sibTrans" presStyleLbl="sibTrans2D1" presStyleIdx="0" presStyleCnt="3"/>
      <dgm:spPr/>
    </dgm:pt>
    <dgm:pt modelId="{8A9F2C7C-BAE6-41A7-9B2F-4E36CE64D53D}" type="pres">
      <dgm:prSet presAssocID="{2535924E-1688-4DF0-BED8-56A98F69D60A}" presName="connectorText" presStyleLbl="sibTrans2D1" presStyleIdx="0" presStyleCnt="3"/>
      <dgm:spPr/>
    </dgm:pt>
    <dgm:pt modelId="{DFA7F575-581F-440B-8385-559143478C6F}" type="pres">
      <dgm:prSet presAssocID="{AFEAE432-A17F-424F-9054-98D0FB3548C5}" presName="node" presStyleLbl="node1" presStyleIdx="1" presStyleCnt="4">
        <dgm:presLayoutVars>
          <dgm:bulletEnabled val="1"/>
        </dgm:presLayoutVars>
      </dgm:prSet>
      <dgm:spPr/>
    </dgm:pt>
    <dgm:pt modelId="{8CB80512-06AC-4F5C-8549-3E029B60B659}" type="pres">
      <dgm:prSet presAssocID="{04FE1E61-583C-45A5-81AD-DEBCA6769611}" presName="sibTrans" presStyleLbl="sibTrans2D1" presStyleIdx="1" presStyleCnt="3"/>
      <dgm:spPr/>
    </dgm:pt>
    <dgm:pt modelId="{3E8CC7B3-7B99-475F-A2F1-A3A54A814184}" type="pres">
      <dgm:prSet presAssocID="{04FE1E61-583C-45A5-81AD-DEBCA6769611}" presName="connectorText" presStyleLbl="sibTrans2D1" presStyleIdx="1" presStyleCnt="3"/>
      <dgm:spPr/>
    </dgm:pt>
    <dgm:pt modelId="{47D52AF4-E664-4380-BB94-5ABC5E170451}" type="pres">
      <dgm:prSet presAssocID="{7A7930E3-10E8-4BC6-B751-7E57041856DE}" presName="node" presStyleLbl="node1" presStyleIdx="2" presStyleCnt="4">
        <dgm:presLayoutVars>
          <dgm:bulletEnabled val="1"/>
        </dgm:presLayoutVars>
      </dgm:prSet>
      <dgm:spPr/>
    </dgm:pt>
    <dgm:pt modelId="{A56E0AB4-EB83-4256-93FC-9C0F2B78FD23}" type="pres">
      <dgm:prSet presAssocID="{7ACD4B94-4931-4751-82A9-88D8D18D23A8}" presName="sibTrans" presStyleLbl="sibTrans2D1" presStyleIdx="2" presStyleCnt="3"/>
      <dgm:spPr/>
    </dgm:pt>
    <dgm:pt modelId="{5C2D0938-CC61-4FBD-AC87-58E7A709A278}" type="pres">
      <dgm:prSet presAssocID="{7ACD4B94-4931-4751-82A9-88D8D18D23A8}" presName="connectorText" presStyleLbl="sibTrans2D1" presStyleIdx="2" presStyleCnt="3"/>
      <dgm:spPr/>
    </dgm:pt>
    <dgm:pt modelId="{0788332B-32BE-4AB1-A815-482B88A1B4F6}" type="pres">
      <dgm:prSet presAssocID="{1D691095-ECFB-4840-9EB3-38013DF77047}" presName="node" presStyleLbl="node1" presStyleIdx="3" presStyleCnt="4">
        <dgm:presLayoutVars>
          <dgm:bulletEnabled val="1"/>
        </dgm:presLayoutVars>
      </dgm:prSet>
      <dgm:spPr/>
    </dgm:pt>
  </dgm:ptLst>
  <dgm:cxnLst>
    <dgm:cxn modelId="{A0203404-28B2-448C-B8B1-6C55852447F8}" type="presOf" srcId="{04FE1E61-583C-45A5-81AD-DEBCA6769611}" destId="{3E8CC7B3-7B99-475F-A2F1-A3A54A814184}" srcOrd="1" destOrd="0" presId="urn:microsoft.com/office/officeart/2005/8/layout/process1"/>
    <dgm:cxn modelId="{FF1E5708-66A3-4DE8-8DA3-4007B30F6760}" srcId="{1D691095-ECFB-4840-9EB3-38013DF77047}" destId="{C9B2A930-E477-43F7-973B-ED0296BBE85B}" srcOrd="1" destOrd="0" parTransId="{4FEA247F-52D8-44B8-829B-0D389530CC85}" sibTransId="{3015E65F-3167-490F-9689-2656B43B5621}"/>
    <dgm:cxn modelId="{77AC4A0F-A5EF-4D23-B2D9-253043EA815F}" type="presOf" srcId="{F4CE802A-2A1A-4457-85BA-A085841366C5}" destId="{0788332B-32BE-4AB1-A815-482B88A1B4F6}" srcOrd="0" destOrd="1" presId="urn:microsoft.com/office/officeart/2005/8/layout/process1"/>
    <dgm:cxn modelId="{78611D21-C71A-426F-BF19-4505DDFDF683}" srcId="{1D691095-ECFB-4840-9EB3-38013DF77047}" destId="{C2FA326E-E08D-4AEB-B5AD-562D9D145E5E}" srcOrd="2" destOrd="0" parTransId="{88DF8787-2935-4A73-9D98-9A882586769D}" sibTransId="{5FF0E8DF-D26D-43B6-8ACE-347F42A805D0}"/>
    <dgm:cxn modelId="{E086FD25-CC3C-4C11-9D9F-7DB2977689F7}" srcId="{D15F82BC-6C40-4F60-8F47-78EE7CA35B0D}" destId="{7511EF93-9520-4BE9-9981-FC86281B3FDC}" srcOrd="0" destOrd="0" parTransId="{DD07FD9D-4F52-41B0-84EE-F6B5363AE92C}" sibTransId="{2535924E-1688-4DF0-BED8-56A98F69D60A}"/>
    <dgm:cxn modelId="{C01C5D28-F07A-4C67-B1D0-450F715E8C00}" type="presOf" srcId="{2535924E-1688-4DF0-BED8-56A98F69D60A}" destId="{99BAC01A-FA9F-478C-A410-084E166A2715}" srcOrd="0" destOrd="0" presId="urn:microsoft.com/office/officeart/2005/8/layout/process1"/>
    <dgm:cxn modelId="{FCB48A3C-9C27-416E-AE27-62F432171637}" type="presOf" srcId="{AFEAE432-A17F-424F-9054-98D0FB3548C5}" destId="{DFA7F575-581F-440B-8385-559143478C6F}" srcOrd="0" destOrd="0" presId="urn:microsoft.com/office/officeart/2005/8/layout/process1"/>
    <dgm:cxn modelId="{9D667A40-AEA3-4383-AEA8-62686E7E8DA6}" type="presOf" srcId="{7A7930E3-10E8-4BC6-B751-7E57041856DE}" destId="{47D52AF4-E664-4380-BB94-5ABC5E170451}" srcOrd="0" destOrd="0" presId="urn:microsoft.com/office/officeart/2005/8/layout/process1"/>
    <dgm:cxn modelId="{0B3F3C43-A059-48D0-994D-6CF7E1467A41}" type="presOf" srcId="{7ACD4B94-4931-4751-82A9-88D8D18D23A8}" destId="{5C2D0938-CC61-4FBD-AC87-58E7A709A278}" srcOrd="1" destOrd="0" presId="urn:microsoft.com/office/officeart/2005/8/layout/process1"/>
    <dgm:cxn modelId="{7F187470-390B-4FAB-A1B9-3357B8B99B42}" type="presOf" srcId="{2535924E-1688-4DF0-BED8-56A98F69D60A}" destId="{8A9F2C7C-BAE6-41A7-9B2F-4E36CE64D53D}" srcOrd="1" destOrd="0" presId="urn:microsoft.com/office/officeart/2005/8/layout/process1"/>
    <dgm:cxn modelId="{F3898575-3D49-41C3-B3B9-261DAB4E3463}" srcId="{1D691095-ECFB-4840-9EB3-38013DF77047}" destId="{F4CE802A-2A1A-4457-85BA-A085841366C5}" srcOrd="0" destOrd="0" parTransId="{5707486F-93BA-4BF6-B6A3-B3BB0B94EC28}" sibTransId="{9210B25B-EEF9-4ACE-B893-02DFD1D44A8C}"/>
    <dgm:cxn modelId="{E20D2B7E-F971-4C09-A2EA-107A732663E7}" srcId="{D15F82BC-6C40-4F60-8F47-78EE7CA35B0D}" destId="{AFEAE432-A17F-424F-9054-98D0FB3548C5}" srcOrd="1" destOrd="0" parTransId="{F50A392F-F0FE-4704-8062-EBCDC222135A}" sibTransId="{04FE1E61-583C-45A5-81AD-DEBCA6769611}"/>
    <dgm:cxn modelId="{18D35485-2E1E-4783-A8C4-30ED5E99AD29}" type="presOf" srcId="{C2FA326E-E08D-4AEB-B5AD-562D9D145E5E}" destId="{0788332B-32BE-4AB1-A815-482B88A1B4F6}" srcOrd="0" destOrd="3" presId="urn:microsoft.com/office/officeart/2005/8/layout/process1"/>
    <dgm:cxn modelId="{0A650F89-DCEC-4C7C-8645-A8259B40CFF3}" srcId="{1D691095-ECFB-4840-9EB3-38013DF77047}" destId="{1C4C318E-CE29-430F-9730-31C112816780}" srcOrd="3" destOrd="0" parTransId="{EA93006F-B7A1-47DE-9B7F-CF39E1FC77C5}" sibTransId="{03422C71-F2EC-4164-961A-0AF18F614D2E}"/>
    <dgm:cxn modelId="{EAC1908A-562C-4770-9984-0AB9086B74C4}" type="presOf" srcId="{C9B2A930-E477-43F7-973B-ED0296BBE85B}" destId="{0788332B-32BE-4AB1-A815-482B88A1B4F6}" srcOrd="0" destOrd="2" presId="urn:microsoft.com/office/officeart/2005/8/layout/process1"/>
    <dgm:cxn modelId="{A00F99AC-B173-4969-9652-CC2318F94A6C}" type="presOf" srcId="{1C4C318E-CE29-430F-9730-31C112816780}" destId="{0788332B-32BE-4AB1-A815-482B88A1B4F6}" srcOrd="0" destOrd="4" presId="urn:microsoft.com/office/officeart/2005/8/layout/process1"/>
    <dgm:cxn modelId="{0A31DFB3-0CE6-4162-B3B1-915626BAE1DC}" type="presOf" srcId="{04FE1E61-583C-45A5-81AD-DEBCA6769611}" destId="{8CB80512-06AC-4F5C-8549-3E029B60B659}" srcOrd="0" destOrd="0" presId="urn:microsoft.com/office/officeart/2005/8/layout/process1"/>
    <dgm:cxn modelId="{11E707BB-CC3D-4F9F-80AC-B2A57DC92D0D}" srcId="{D15F82BC-6C40-4F60-8F47-78EE7CA35B0D}" destId="{7A7930E3-10E8-4BC6-B751-7E57041856DE}" srcOrd="2" destOrd="0" parTransId="{ED477234-975F-459F-8D02-B8300ED81895}" sibTransId="{7ACD4B94-4931-4751-82A9-88D8D18D23A8}"/>
    <dgm:cxn modelId="{E3EC47CB-4932-4960-BDC1-CA555318BF48}" type="presOf" srcId="{1D691095-ECFB-4840-9EB3-38013DF77047}" destId="{0788332B-32BE-4AB1-A815-482B88A1B4F6}" srcOrd="0" destOrd="0" presId="urn:microsoft.com/office/officeart/2005/8/layout/process1"/>
    <dgm:cxn modelId="{C07839D6-ECF5-4C00-90BC-CFCF8609FCA2}" srcId="{D15F82BC-6C40-4F60-8F47-78EE7CA35B0D}" destId="{1D691095-ECFB-4840-9EB3-38013DF77047}" srcOrd="3" destOrd="0" parTransId="{83414A15-B039-4E78-A7C2-2AAA8BBD26B7}" sibTransId="{823961F9-75CC-45ED-8AA1-D30CE6E050E6}"/>
    <dgm:cxn modelId="{DAF47FE3-746D-4464-AF31-E85F6BD1DCFC}" type="presOf" srcId="{7ACD4B94-4931-4751-82A9-88D8D18D23A8}" destId="{A56E0AB4-EB83-4256-93FC-9C0F2B78FD23}" srcOrd="0" destOrd="0" presId="urn:microsoft.com/office/officeart/2005/8/layout/process1"/>
    <dgm:cxn modelId="{254A9DEB-9C1F-4848-9381-8A05092DF64E}" type="presOf" srcId="{D15F82BC-6C40-4F60-8F47-78EE7CA35B0D}" destId="{5473361D-CF27-4C63-A5EF-270D0111443F}" srcOrd="0" destOrd="0" presId="urn:microsoft.com/office/officeart/2005/8/layout/process1"/>
    <dgm:cxn modelId="{E0C8D4F2-CBC8-4E29-9B02-B61ED4AC8989}" type="presOf" srcId="{7511EF93-9520-4BE9-9981-FC86281B3FDC}" destId="{EE7714AA-1B9D-4919-8BEE-297CC87DDD5D}" srcOrd="0" destOrd="0" presId="urn:microsoft.com/office/officeart/2005/8/layout/process1"/>
    <dgm:cxn modelId="{CA063C0C-9D6D-4F1C-80EF-80DF9AF372F1}" type="presParOf" srcId="{5473361D-CF27-4C63-A5EF-270D0111443F}" destId="{EE7714AA-1B9D-4919-8BEE-297CC87DDD5D}" srcOrd="0" destOrd="0" presId="urn:microsoft.com/office/officeart/2005/8/layout/process1"/>
    <dgm:cxn modelId="{D2C78E5F-8D20-489B-8BBC-7B0A10189DC1}" type="presParOf" srcId="{5473361D-CF27-4C63-A5EF-270D0111443F}" destId="{99BAC01A-FA9F-478C-A410-084E166A2715}" srcOrd="1" destOrd="0" presId="urn:microsoft.com/office/officeart/2005/8/layout/process1"/>
    <dgm:cxn modelId="{251AECEF-C7BC-44C1-B439-BD3E8A69A943}" type="presParOf" srcId="{99BAC01A-FA9F-478C-A410-084E166A2715}" destId="{8A9F2C7C-BAE6-41A7-9B2F-4E36CE64D53D}" srcOrd="0" destOrd="0" presId="urn:microsoft.com/office/officeart/2005/8/layout/process1"/>
    <dgm:cxn modelId="{0DA505E8-41B4-4491-9261-520A35FCF386}" type="presParOf" srcId="{5473361D-CF27-4C63-A5EF-270D0111443F}" destId="{DFA7F575-581F-440B-8385-559143478C6F}" srcOrd="2" destOrd="0" presId="urn:microsoft.com/office/officeart/2005/8/layout/process1"/>
    <dgm:cxn modelId="{EE8E66CB-708E-4D9F-9391-F567593C346B}" type="presParOf" srcId="{5473361D-CF27-4C63-A5EF-270D0111443F}" destId="{8CB80512-06AC-4F5C-8549-3E029B60B659}" srcOrd="3" destOrd="0" presId="urn:microsoft.com/office/officeart/2005/8/layout/process1"/>
    <dgm:cxn modelId="{79A375CB-710B-4B17-AF44-1D0C2B1B1906}" type="presParOf" srcId="{8CB80512-06AC-4F5C-8549-3E029B60B659}" destId="{3E8CC7B3-7B99-475F-A2F1-A3A54A814184}" srcOrd="0" destOrd="0" presId="urn:microsoft.com/office/officeart/2005/8/layout/process1"/>
    <dgm:cxn modelId="{545D5547-19A2-4251-AA2F-5B95C9BDFF74}" type="presParOf" srcId="{5473361D-CF27-4C63-A5EF-270D0111443F}" destId="{47D52AF4-E664-4380-BB94-5ABC5E170451}" srcOrd="4" destOrd="0" presId="urn:microsoft.com/office/officeart/2005/8/layout/process1"/>
    <dgm:cxn modelId="{7FCFAAA1-09AD-4DC3-82E6-E75170D0AF8F}" type="presParOf" srcId="{5473361D-CF27-4C63-A5EF-270D0111443F}" destId="{A56E0AB4-EB83-4256-93FC-9C0F2B78FD23}" srcOrd="5" destOrd="0" presId="urn:microsoft.com/office/officeart/2005/8/layout/process1"/>
    <dgm:cxn modelId="{00D9C0D9-2D68-4375-BFC1-3150A437558C}" type="presParOf" srcId="{A56E0AB4-EB83-4256-93FC-9C0F2B78FD23}" destId="{5C2D0938-CC61-4FBD-AC87-58E7A709A278}" srcOrd="0" destOrd="0" presId="urn:microsoft.com/office/officeart/2005/8/layout/process1"/>
    <dgm:cxn modelId="{70CF3252-1F58-4A55-911B-56863C0C015D}" type="presParOf" srcId="{5473361D-CF27-4C63-A5EF-270D0111443F}" destId="{0788332B-32BE-4AB1-A815-482B88A1B4F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8E2CC9-DBB6-4C99-88FA-C97535E329D8}" type="doc">
      <dgm:prSet loTypeId="urn:microsoft.com/office/officeart/2005/8/layout/bProcess3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F228FB1-3FD3-4DF4-99F7-219DDDA87715}">
      <dgm:prSet/>
      <dgm:spPr/>
      <dgm:t>
        <a:bodyPr/>
        <a:lstStyle/>
        <a:p>
          <a:r>
            <a:rPr lang="en-US" b="1" dirty="0"/>
            <a:t>Actor–Critic Based Architecture</a:t>
          </a:r>
          <a:endParaRPr lang="en-US" dirty="0"/>
        </a:p>
      </dgm:t>
    </dgm:pt>
    <dgm:pt modelId="{4EA347E7-D4A7-4DC7-9FBD-47ACF2D061BA}" type="parTrans" cxnId="{B8376E2D-EC07-4776-8A2E-5E99A7C253DA}">
      <dgm:prSet/>
      <dgm:spPr/>
      <dgm:t>
        <a:bodyPr/>
        <a:lstStyle/>
        <a:p>
          <a:endParaRPr lang="en-US"/>
        </a:p>
      </dgm:t>
    </dgm:pt>
    <dgm:pt modelId="{0D33F736-6433-4A4F-AA2A-BF17D74B5401}" type="sibTrans" cxnId="{B8376E2D-EC07-4776-8A2E-5E99A7C253DA}">
      <dgm:prSet/>
      <dgm:spPr/>
      <dgm:t>
        <a:bodyPr/>
        <a:lstStyle/>
        <a:p>
          <a:endParaRPr lang="en-US"/>
        </a:p>
      </dgm:t>
    </dgm:pt>
    <dgm:pt modelId="{2248D377-C3CF-4D1F-B204-D2ADBCEDF60D}">
      <dgm:prSet/>
      <dgm:spPr/>
      <dgm:t>
        <a:bodyPr/>
        <a:lstStyle/>
        <a:p>
          <a:r>
            <a:rPr lang="en-US" dirty="0"/>
            <a:t>Built using </a:t>
          </a:r>
          <a:r>
            <a:rPr lang="en-US" b="1" dirty="0"/>
            <a:t>Lang Graph</a:t>
          </a:r>
          <a:endParaRPr lang="en-US" dirty="0"/>
        </a:p>
      </dgm:t>
    </dgm:pt>
    <dgm:pt modelId="{DA5A35B5-7695-4360-A619-825C8219DB7E}" type="parTrans" cxnId="{A9BB3D06-257F-4BFB-8783-0C7F5026A6A9}">
      <dgm:prSet/>
      <dgm:spPr/>
      <dgm:t>
        <a:bodyPr/>
        <a:lstStyle/>
        <a:p>
          <a:endParaRPr lang="en-US"/>
        </a:p>
      </dgm:t>
    </dgm:pt>
    <dgm:pt modelId="{0BE4C39E-180F-48F5-BDBF-60F107E8C731}" type="sibTrans" cxnId="{A9BB3D06-257F-4BFB-8783-0C7F5026A6A9}">
      <dgm:prSet/>
      <dgm:spPr/>
      <dgm:t>
        <a:bodyPr/>
        <a:lstStyle/>
        <a:p>
          <a:endParaRPr lang="en-US"/>
        </a:p>
      </dgm:t>
    </dgm:pt>
    <dgm:pt modelId="{3AFE6370-CBAE-4496-BC2C-314F4CAF0251}">
      <dgm:prSet/>
      <dgm:spPr/>
      <dgm:t>
        <a:bodyPr/>
        <a:lstStyle/>
        <a:p>
          <a:r>
            <a:rPr lang="en-US" dirty="0"/>
            <a:t>Controlled using a </a:t>
          </a:r>
          <a:r>
            <a:rPr lang="en-US" b="1" dirty="0"/>
            <a:t>Directed Cyclic Graph (DAG)</a:t>
          </a:r>
          <a:endParaRPr lang="en-US" dirty="0"/>
        </a:p>
      </dgm:t>
    </dgm:pt>
    <dgm:pt modelId="{051F536B-BDFF-4BDF-8A76-FA8ABC70FF2D}" type="parTrans" cxnId="{BF5CB029-7637-4890-B62A-306A2FE5C17A}">
      <dgm:prSet/>
      <dgm:spPr/>
      <dgm:t>
        <a:bodyPr/>
        <a:lstStyle/>
        <a:p>
          <a:endParaRPr lang="en-US"/>
        </a:p>
      </dgm:t>
    </dgm:pt>
    <dgm:pt modelId="{1F2100AE-7709-4DA7-ACE1-0E933BDD22E9}" type="sibTrans" cxnId="{BF5CB029-7637-4890-B62A-306A2FE5C17A}">
      <dgm:prSet/>
      <dgm:spPr/>
      <dgm:t>
        <a:bodyPr/>
        <a:lstStyle/>
        <a:p>
          <a:endParaRPr lang="en-US"/>
        </a:p>
      </dgm:t>
    </dgm:pt>
    <dgm:pt modelId="{3977110D-915C-4DCC-AE27-06C6DA429A07}">
      <dgm:prSet/>
      <dgm:spPr/>
      <dgm:t>
        <a:bodyPr/>
        <a:lstStyle/>
        <a:p>
          <a:r>
            <a:rPr lang="en-US" b="1" dirty="0"/>
            <a:t>Agents Involved</a:t>
          </a:r>
          <a:endParaRPr lang="en-US" dirty="0"/>
        </a:p>
      </dgm:t>
    </dgm:pt>
    <dgm:pt modelId="{450BDBE9-239A-4BC0-8DEA-8380403AB2B5}" type="parTrans" cxnId="{49533029-C51B-4DDA-B069-9151C220C2F9}">
      <dgm:prSet/>
      <dgm:spPr/>
      <dgm:t>
        <a:bodyPr/>
        <a:lstStyle/>
        <a:p>
          <a:endParaRPr lang="en-US"/>
        </a:p>
      </dgm:t>
    </dgm:pt>
    <dgm:pt modelId="{449EACCD-6EB0-47CA-B29C-969EB847E62C}" type="sibTrans" cxnId="{49533029-C51B-4DDA-B069-9151C220C2F9}">
      <dgm:prSet/>
      <dgm:spPr/>
      <dgm:t>
        <a:bodyPr/>
        <a:lstStyle/>
        <a:p>
          <a:endParaRPr lang="en-US"/>
        </a:p>
      </dgm:t>
    </dgm:pt>
    <dgm:pt modelId="{1AA30264-BE92-458B-8DEC-EB7FB099C2ED}">
      <dgm:prSet/>
      <dgm:spPr/>
      <dgm:t>
        <a:bodyPr/>
        <a:lstStyle/>
        <a:p>
          <a:r>
            <a:rPr lang="en-US" b="1" dirty="0"/>
            <a:t>Developer Agent</a:t>
          </a:r>
          <a:endParaRPr lang="en-US" dirty="0"/>
        </a:p>
      </dgm:t>
    </dgm:pt>
    <dgm:pt modelId="{F04007BF-D55A-4B4D-BDDA-1A3A65F87EB0}" type="parTrans" cxnId="{5173CF17-2F2A-4F4B-9499-19EEB880ECE1}">
      <dgm:prSet/>
      <dgm:spPr/>
      <dgm:t>
        <a:bodyPr/>
        <a:lstStyle/>
        <a:p>
          <a:endParaRPr lang="en-US"/>
        </a:p>
      </dgm:t>
    </dgm:pt>
    <dgm:pt modelId="{7D40E90F-2245-494B-9952-3D71DA7A2E2D}" type="sibTrans" cxnId="{5173CF17-2F2A-4F4B-9499-19EEB880ECE1}">
      <dgm:prSet/>
      <dgm:spPr/>
      <dgm:t>
        <a:bodyPr/>
        <a:lstStyle/>
        <a:p>
          <a:endParaRPr lang="en-US"/>
        </a:p>
      </dgm:t>
    </dgm:pt>
    <dgm:pt modelId="{C93226D2-BD71-4914-A1DA-304E10E3AE2A}">
      <dgm:prSet/>
      <dgm:spPr/>
      <dgm:t>
        <a:bodyPr/>
        <a:lstStyle/>
        <a:p>
          <a:r>
            <a:rPr lang="en-US" b="1" dirty="0"/>
            <a:t>Critic Agent</a:t>
          </a:r>
          <a:endParaRPr lang="en-US" dirty="0"/>
        </a:p>
      </dgm:t>
    </dgm:pt>
    <dgm:pt modelId="{A1E920AF-2F4D-45BF-9871-7291EF630799}" type="parTrans" cxnId="{4D37C7E1-51F3-4C5A-8689-0C8E73986691}">
      <dgm:prSet/>
      <dgm:spPr/>
      <dgm:t>
        <a:bodyPr/>
        <a:lstStyle/>
        <a:p>
          <a:endParaRPr lang="en-US"/>
        </a:p>
      </dgm:t>
    </dgm:pt>
    <dgm:pt modelId="{46AFE2FE-8DDF-4F30-A04E-63F750ACF935}" type="sibTrans" cxnId="{4D37C7E1-51F3-4C5A-8689-0C8E73986691}">
      <dgm:prSet/>
      <dgm:spPr/>
      <dgm:t>
        <a:bodyPr/>
        <a:lstStyle/>
        <a:p>
          <a:endParaRPr lang="en-US"/>
        </a:p>
      </dgm:t>
    </dgm:pt>
    <dgm:pt modelId="{2CD15ECE-7A96-43C6-A3C7-3F056F3F98AF}">
      <dgm:prSet/>
      <dgm:spPr/>
      <dgm:t>
        <a:bodyPr/>
        <a:lstStyle/>
        <a:p>
          <a:r>
            <a:rPr lang="en-US" b="1" dirty="0"/>
            <a:t>Tester Agent</a:t>
          </a:r>
          <a:endParaRPr lang="en-US" dirty="0"/>
        </a:p>
      </dgm:t>
    </dgm:pt>
    <dgm:pt modelId="{CDF4AD74-E100-4D80-95DA-9C66E0F0774D}" type="parTrans" cxnId="{4526D549-97A8-4C1B-91CC-93DA75D22177}">
      <dgm:prSet/>
      <dgm:spPr/>
      <dgm:t>
        <a:bodyPr/>
        <a:lstStyle/>
        <a:p>
          <a:endParaRPr lang="en-US"/>
        </a:p>
      </dgm:t>
    </dgm:pt>
    <dgm:pt modelId="{07BC5325-8FD4-4DBB-B8F5-1059CF06F049}" type="sibTrans" cxnId="{4526D549-97A8-4C1B-91CC-93DA75D22177}">
      <dgm:prSet/>
      <dgm:spPr/>
      <dgm:t>
        <a:bodyPr/>
        <a:lstStyle/>
        <a:p>
          <a:endParaRPr lang="en-US"/>
        </a:p>
      </dgm:t>
    </dgm:pt>
    <dgm:pt modelId="{37607D10-8C97-4B77-9639-423B0F5A053D}">
      <dgm:prSet/>
      <dgm:spPr/>
      <dgm:t>
        <a:bodyPr/>
        <a:lstStyle/>
        <a:p>
          <a:r>
            <a:rPr lang="en-US" b="1" dirty="0"/>
            <a:t>Security Agent</a:t>
          </a:r>
          <a:endParaRPr lang="en-US" dirty="0"/>
        </a:p>
      </dgm:t>
    </dgm:pt>
    <dgm:pt modelId="{443CB828-3C6A-4309-B5E1-3FA76809D151}" type="parTrans" cxnId="{360E4390-71CC-461A-BFC2-BCE1DAC25A75}">
      <dgm:prSet/>
      <dgm:spPr/>
      <dgm:t>
        <a:bodyPr/>
        <a:lstStyle/>
        <a:p>
          <a:endParaRPr lang="en-US"/>
        </a:p>
      </dgm:t>
    </dgm:pt>
    <dgm:pt modelId="{2DAC8138-91CF-4C08-807B-831FBA48D53F}" type="sibTrans" cxnId="{360E4390-71CC-461A-BFC2-BCE1DAC25A75}">
      <dgm:prSet/>
      <dgm:spPr/>
      <dgm:t>
        <a:bodyPr/>
        <a:lstStyle/>
        <a:p>
          <a:endParaRPr lang="en-US"/>
        </a:p>
      </dgm:t>
    </dgm:pt>
    <dgm:pt modelId="{2037BC54-E2BE-4D75-91CB-CEA4FDBC7835}" type="pres">
      <dgm:prSet presAssocID="{1C8E2CC9-DBB6-4C99-88FA-C97535E329D8}" presName="Name0" presStyleCnt="0">
        <dgm:presLayoutVars>
          <dgm:dir/>
          <dgm:resizeHandles val="exact"/>
        </dgm:presLayoutVars>
      </dgm:prSet>
      <dgm:spPr/>
    </dgm:pt>
    <dgm:pt modelId="{5BA7547F-FDE4-4D53-BE68-AE9C65794F65}" type="pres">
      <dgm:prSet presAssocID="{1F228FB1-3FD3-4DF4-99F7-219DDDA87715}" presName="node" presStyleLbl="node1" presStyleIdx="0" presStyleCnt="8">
        <dgm:presLayoutVars>
          <dgm:bulletEnabled val="1"/>
        </dgm:presLayoutVars>
      </dgm:prSet>
      <dgm:spPr/>
    </dgm:pt>
    <dgm:pt modelId="{C3D6F19F-1BC2-47D6-B117-320D3480A8EF}" type="pres">
      <dgm:prSet presAssocID="{0D33F736-6433-4A4F-AA2A-BF17D74B5401}" presName="sibTrans" presStyleLbl="sibTrans1D1" presStyleIdx="0" presStyleCnt="7"/>
      <dgm:spPr/>
    </dgm:pt>
    <dgm:pt modelId="{489A9628-7827-4F51-9575-DD61512AAF36}" type="pres">
      <dgm:prSet presAssocID="{0D33F736-6433-4A4F-AA2A-BF17D74B5401}" presName="connectorText" presStyleLbl="sibTrans1D1" presStyleIdx="0" presStyleCnt="7"/>
      <dgm:spPr/>
    </dgm:pt>
    <dgm:pt modelId="{1F577583-4FAB-4C4F-8C27-D81976522722}" type="pres">
      <dgm:prSet presAssocID="{2248D377-C3CF-4D1F-B204-D2ADBCEDF60D}" presName="node" presStyleLbl="node1" presStyleIdx="1" presStyleCnt="8">
        <dgm:presLayoutVars>
          <dgm:bulletEnabled val="1"/>
        </dgm:presLayoutVars>
      </dgm:prSet>
      <dgm:spPr/>
    </dgm:pt>
    <dgm:pt modelId="{7C73F2FF-91A4-422E-800D-14179E807E15}" type="pres">
      <dgm:prSet presAssocID="{0BE4C39E-180F-48F5-BDBF-60F107E8C731}" presName="sibTrans" presStyleLbl="sibTrans1D1" presStyleIdx="1" presStyleCnt="7"/>
      <dgm:spPr/>
    </dgm:pt>
    <dgm:pt modelId="{EA8559C8-63D8-4C16-8A51-A6DF7091D457}" type="pres">
      <dgm:prSet presAssocID="{0BE4C39E-180F-48F5-BDBF-60F107E8C731}" presName="connectorText" presStyleLbl="sibTrans1D1" presStyleIdx="1" presStyleCnt="7"/>
      <dgm:spPr/>
    </dgm:pt>
    <dgm:pt modelId="{48A5554D-470A-4780-A5A3-C9218D043003}" type="pres">
      <dgm:prSet presAssocID="{3AFE6370-CBAE-4496-BC2C-314F4CAF0251}" presName="node" presStyleLbl="node1" presStyleIdx="2" presStyleCnt="8">
        <dgm:presLayoutVars>
          <dgm:bulletEnabled val="1"/>
        </dgm:presLayoutVars>
      </dgm:prSet>
      <dgm:spPr/>
    </dgm:pt>
    <dgm:pt modelId="{00EA6BC9-B0E0-497B-8C4E-2360AC8FAD53}" type="pres">
      <dgm:prSet presAssocID="{1F2100AE-7709-4DA7-ACE1-0E933BDD22E9}" presName="sibTrans" presStyleLbl="sibTrans1D1" presStyleIdx="2" presStyleCnt="7"/>
      <dgm:spPr/>
    </dgm:pt>
    <dgm:pt modelId="{70A1213E-4798-463C-B4DD-9DDD190A0B52}" type="pres">
      <dgm:prSet presAssocID="{1F2100AE-7709-4DA7-ACE1-0E933BDD22E9}" presName="connectorText" presStyleLbl="sibTrans1D1" presStyleIdx="2" presStyleCnt="7"/>
      <dgm:spPr/>
    </dgm:pt>
    <dgm:pt modelId="{1C85FB5D-0E21-465A-B3C3-E5145995E84E}" type="pres">
      <dgm:prSet presAssocID="{3977110D-915C-4DCC-AE27-06C6DA429A07}" presName="node" presStyleLbl="node1" presStyleIdx="3" presStyleCnt="8">
        <dgm:presLayoutVars>
          <dgm:bulletEnabled val="1"/>
        </dgm:presLayoutVars>
      </dgm:prSet>
      <dgm:spPr/>
    </dgm:pt>
    <dgm:pt modelId="{8B996AA3-FE65-4A9B-BF28-A6CBB5BE5555}" type="pres">
      <dgm:prSet presAssocID="{449EACCD-6EB0-47CA-B29C-969EB847E62C}" presName="sibTrans" presStyleLbl="sibTrans1D1" presStyleIdx="3" presStyleCnt="7"/>
      <dgm:spPr/>
    </dgm:pt>
    <dgm:pt modelId="{3A9FB51B-5C58-47AE-B9F7-F3249851D022}" type="pres">
      <dgm:prSet presAssocID="{449EACCD-6EB0-47CA-B29C-969EB847E62C}" presName="connectorText" presStyleLbl="sibTrans1D1" presStyleIdx="3" presStyleCnt="7"/>
      <dgm:spPr/>
    </dgm:pt>
    <dgm:pt modelId="{81A9C20F-D29D-460A-8166-8CA00D64A53C}" type="pres">
      <dgm:prSet presAssocID="{1AA30264-BE92-458B-8DEC-EB7FB099C2ED}" presName="node" presStyleLbl="node1" presStyleIdx="4" presStyleCnt="8">
        <dgm:presLayoutVars>
          <dgm:bulletEnabled val="1"/>
        </dgm:presLayoutVars>
      </dgm:prSet>
      <dgm:spPr/>
    </dgm:pt>
    <dgm:pt modelId="{F68DE69C-4E91-490F-9CB6-B08083E14768}" type="pres">
      <dgm:prSet presAssocID="{7D40E90F-2245-494B-9952-3D71DA7A2E2D}" presName="sibTrans" presStyleLbl="sibTrans1D1" presStyleIdx="4" presStyleCnt="7"/>
      <dgm:spPr/>
    </dgm:pt>
    <dgm:pt modelId="{F9930752-65FE-45D7-B759-A75AD812AE79}" type="pres">
      <dgm:prSet presAssocID="{7D40E90F-2245-494B-9952-3D71DA7A2E2D}" presName="connectorText" presStyleLbl="sibTrans1D1" presStyleIdx="4" presStyleCnt="7"/>
      <dgm:spPr/>
    </dgm:pt>
    <dgm:pt modelId="{146F5E6C-9648-4E28-B803-3A0E3FE57D9B}" type="pres">
      <dgm:prSet presAssocID="{C93226D2-BD71-4914-A1DA-304E10E3AE2A}" presName="node" presStyleLbl="node1" presStyleIdx="5" presStyleCnt="8">
        <dgm:presLayoutVars>
          <dgm:bulletEnabled val="1"/>
        </dgm:presLayoutVars>
      </dgm:prSet>
      <dgm:spPr/>
    </dgm:pt>
    <dgm:pt modelId="{33B73F4B-1443-491A-9AC5-0BB6C3A3D42D}" type="pres">
      <dgm:prSet presAssocID="{46AFE2FE-8DDF-4F30-A04E-63F750ACF935}" presName="sibTrans" presStyleLbl="sibTrans1D1" presStyleIdx="5" presStyleCnt="7"/>
      <dgm:spPr/>
    </dgm:pt>
    <dgm:pt modelId="{2A1CB08E-98C9-4520-BAE9-DC40AF792BD8}" type="pres">
      <dgm:prSet presAssocID="{46AFE2FE-8DDF-4F30-A04E-63F750ACF935}" presName="connectorText" presStyleLbl="sibTrans1D1" presStyleIdx="5" presStyleCnt="7"/>
      <dgm:spPr/>
    </dgm:pt>
    <dgm:pt modelId="{A5C07222-F161-4E3B-8BB3-2EDD2A4590EE}" type="pres">
      <dgm:prSet presAssocID="{2CD15ECE-7A96-43C6-A3C7-3F056F3F98AF}" presName="node" presStyleLbl="node1" presStyleIdx="6" presStyleCnt="8">
        <dgm:presLayoutVars>
          <dgm:bulletEnabled val="1"/>
        </dgm:presLayoutVars>
      </dgm:prSet>
      <dgm:spPr/>
    </dgm:pt>
    <dgm:pt modelId="{CF852743-7039-426D-9297-DA53E8194059}" type="pres">
      <dgm:prSet presAssocID="{07BC5325-8FD4-4DBB-B8F5-1059CF06F049}" presName="sibTrans" presStyleLbl="sibTrans1D1" presStyleIdx="6" presStyleCnt="7"/>
      <dgm:spPr/>
    </dgm:pt>
    <dgm:pt modelId="{0A1E0A5C-14C6-40EF-A424-E00820350BC3}" type="pres">
      <dgm:prSet presAssocID="{07BC5325-8FD4-4DBB-B8F5-1059CF06F049}" presName="connectorText" presStyleLbl="sibTrans1D1" presStyleIdx="6" presStyleCnt="7"/>
      <dgm:spPr/>
    </dgm:pt>
    <dgm:pt modelId="{9FF11729-9832-42B0-A52F-ED7E35D27D37}" type="pres">
      <dgm:prSet presAssocID="{37607D10-8C97-4B77-9639-423B0F5A053D}" presName="node" presStyleLbl="node1" presStyleIdx="7" presStyleCnt="8">
        <dgm:presLayoutVars>
          <dgm:bulletEnabled val="1"/>
        </dgm:presLayoutVars>
      </dgm:prSet>
      <dgm:spPr/>
    </dgm:pt>
  </dgm:ptLst>
  <dgm:cxnLst>
    <dgm:cxn modelId="{A9BB3D06-257F-4BFB-8783-0C7F5026A6A9}" srcId="{1C8E2CC9-DBB6-4C99-88FA-C97535E329D8}" destId="{2248D377-C3CF-4D1F-B204-D2ADBCEDF60D}" srcOrd="1" destOrd="0" parTransId="{DA5A35B5-7695-4360-A619-825C8219DB7E}" sibTransId="{0BE4C39E-180F-48F5-BDBF-60F107E8C731}"/>
    <dgm:cxn modelId="{35D7EB14-1539-41FA-90A7-6EA3F8E4EE6B}" type="presOf" srcId="{0D33F736-6433-4A4F-AA2A-BF17D74B5401}" destId="{489A9628-7827-4F51-9575-DD61512AAF36}" srcOrd="1" destOrd="0" presId="urn:microsoft.com/office/officeart/2005/8/layout/bProcess3"/>
    <dgm:cxn modelId="{5173CF17-2F2A-4F4B-9499-19EEB880ECE1}" srcId="{1C8E2CC9-DBB6-4C99-88FA-C97535E329D8}" destId="{1AA30264-BE92-458B-8DEC-EB7FB099C2ED}" srcOrd="4" destOrd="0" parTransId="{F04007BF-D55A-4B4D-BDDA-1A3A65F87EB0}" sibTransId="{7D40E90F-2245-494B-9952-3D71DA7A2E2D}"/>
    <dgm:cxn modelId="{A9DE931B-8347-468F-A7B3-CC3876EBCF0E}" type="presOf" srcId="{1AA30264-BE92-458B-8DEC-EB7FB099C2ED}" destId="{81A9C20F-D29D-460A-8166-8CA00D64A53C}" srcOrd="0" destOrd="0" presId="urn:microsoft.com/office/officeart/2005/8/layout/bProcess3"/>
    <dgm:cxn modelId="{49533029-C51B-4DDA-B069-9151C220C2F9}" srcId="{1C8E2CC9-DBB6-4C99-88FA-C97535E329D8}" destId="{3977110D-915C-4DCC-AE27-06C6DA429A07}" srcOrd="3" destOrd="0" parTransId="{450BDBE9-239A-4BC0-8DEA-8380403AB2B5}" sibTransId="{449EACCD-6EB0-47CA-B29C-969EB847E62C}"/>
    <dgm:cxn modelId="{BF5CB029-7637-4890-B62A-306A2FE5C17A}" srcId="{1C8E2CC9-DBB6-4C99-88FA-C97535E329D8}" destId="{3AFE6370-CBAE-4496-BC2C-314F4CAF0251}" srcOrd="2" destOrd="0" parTransId="{051F536B-BDFF-4BDF-8A76-FA8ABC70FF2D}" sibTransId="{1F2100AE-7709-4DA7-ACE1-0E933BDD22E9}"/>
    <dgm:cxn modelId="{B8376E2D-EC07-4776-8A2E-5E99A7C253DA}" srcId="{1C8E2CC9-DBB6-4C99-88FA-C97535E329D8}" destId="{1F228FB1-3FD3-4DF4-99F7-219DDDA87715}" srcOrd="0" destOrd="0" parTransId="{4EA347E7-D4A7-4DC7-9FBD-47ACF2D061BA}" sibTransId="{0D33F736-6433-4A4F-AA2A-BF17D74B5401}"/>
    <dgm:cxn modelId="{2BCC262F-9F02-434F-837F-820E56F49B92}" type="presOf" srcId="{07BC5325-8FD4-4DBB-B8F5-1059CF06F049}" destId="{0A1E0A5C-14C6-40EF-A424-E00820350BC3}" srcOrd="1" destOrd="0" presId="urn:microsoft.com/office/officeart/2005/8/layout/bProcess3"/>
    <dgm:cxn modelId="{457D4F39-36AA-448A-874E-3013CF293EE3}" type="presOf" srcId="{3AFE6370-CBAE-4496-BC2C-314F4CAF0251}" destId="{48A5554D-470A-4780-A5A3-C9218D043003}" srcOrd="0" destOrd="0" presId="urn:microsoft.com/office/officeart/2005/8/layout/bProcess3"/>
    <dgm:cxn modelId="{5A899867-FABD-45AE-88DD-04747309C48E}" type="presOf" srcId="{449EACCD-6EB0-47CA-B29C-969EB847E62C}" destId="{8B996AA3-FE65-4A9B-BF28-A6CBB5BE5555}" srcOrd="0" destOrd="0" presId="urn:microsoft.com/office/officeart/2005/8/layout/bProcess3"/>
    <dgm:cxn modelId="{4526D549-97A8-4C1B-91CC-93DA75D22177}" srcId="{1C8E2CC9-DBB6-4C99-88FA-C97535E329D8}" destId="{2CD15ECE-7A96-43C6-A3C7-3F056F3F98AF}" srcOrd="6" destOrd="0" parTransId="{CDF4AD74-E100-4D80-95DA-9C66E0F0774D}" sibTransId="{07BC5325-8FD4-4DBB-B8F5-1059CF06F049}"/>
    <dgm:cxn modelId="{EBB37A6A-CF99-4F7B-9A13-63A9142D4270}" type="presOf" srcId="{7D40E90F-2245-494B-9952-3D71DA7A2E2D}" destId="{F68DE69C-4E91-490F-9CB6-B08083E14768}" srcOrd="0" destOrd="0" presId="urn:microsoft.com/office/officeart/2005/8/layout/bProcess3"/>
    <dgm:cxn modelId="{BA86194B-D54E-42D0-A30D-C8C71BA9714F}" type="presOf" srcId="{0BE4C39E-180F-48F5-BDBF-60F107E8C731}" destId="{7C73F2FF-91A4-422E-800D-14179E807E15}" srcOrd="0" destOrd="0" presId="urn:microsoft.com/office/officeart/2005/8/layout/bProcess3"/>
    <dgm:cxn modelId="{A9994F55-61F3-44B0-9C3E-7DA0BE403681}" type="presOf" srcId="{0BE4C39E-180F-48F5-BDBF-60F107E8C731}" destId="{EA8559C8-63D8-4C16-8A51-A6DF7091D457}" srcOrd="1" destOrd="0" presId="urn:microsoft.com/office/officeart/2005/8/layout/bProcess3"/>
    <dgm:cxn modelId="{80F69D59-9BCD-42DF-A250-B8E827692CD7}" type="presOf" srcId="{C93226D2-BD71-4914-A1DA-304E10E3AE2A}" destId="{146F5E6C-9648-4E28-B803-3A0E3FE57D9B}" srcOrd="0" destOrd="0" presId="urn:microsoft.com/office/officeart/2005/8/layout/bProcess3"/>
    <dgm:cxn modelId="{EC1AB079-C9CD-4F92-AC68-A5DE92852144}" type="presOf" srcId="{3977110D-915C-4DCC-AE27-06C6DA429A07}" destId="{1C85FB5D-0E21-465A-B3C3-E5145995E84E}" srcOrd="0" destOrd="0" presId="urn:microsoft.com/office/officeart/2005/8/layout/bProcess3"/>
    <dgm:cxn modelId="{5E26B15A-80C9-4A32-9A33-B39E19F11FEF}" type="presOf" srcId="{2248D377-C3CF-4D1F-B204-D2ADBCEDF60D}" destId="{1F577583-4FAB-4C4F-8C27-D81976522722}" srcOrd="0" destOrd="0" presId="urn:microsoft.com/office/officeart/2005/8/layout/bProcess3"/>
    <dgm:cxn modelId="{360E4390-71CC-461A-BFC2-BCE1DAC25A75}" srcId="{1C8E2CC9-DBB6-4C99-88FA-C97535E329D8}" destId="{37607D10-8C97-4B77-9639-423B0F5A053D}" srcOrd="7" destOrd="0" parTransId="{443CB828-3C6A-4309-B5E1-3FA76809D151}" sibTransId="{2DAC8138-91CF-4C08-807B-831FBA48D53F}"/>
    <dgm:cxn modelId="{C6DCD9AA-F3A5-4C6F-A537-782E521FF447}" type="presOf" srcId="{1F228FB1-3FD3-4DF4-99F7-219DDDA87715}" destId="{5BA7547F-FDE4-4D53-BE68-AE9C65794F65}" srcOrd="0" destOrd="0" presId="urn:microsoft.com/office/officeart/2005/8/layout/bProcess3"/>
    <dgm:cxn modelId="{B4A6A9AB-0360-4220-8641-D3B21AD131EF}" type="presOf" srcId="{1F2100AE-7709-4DA7-ACE1-0E933BDD22E9}" destId="{00EA6BC9-B0E0-497B-8C4E-2360AC8FAD53}" srcOrd="0" destOrd="0" presId="urn:microsoft.com/office/officeart/2005/8/layout/bProcess3"/>
    <dgm:cxn modelId="{ABDD7AAC-381C-4913-95E1-8BE0D72AF00A}" type="presOf" srcId="{0D33F736-6433-4A4F-AA2A-BF17D74B5401}" destId="{C3D6F19F-1BC2-47D6-B117-320D3480A8EF}" srcOrd="0" destOrd="0" presId="urn:microsoft.com/office/officeart/2005/8/layout/bProcess3"/>
    <dgm:cxn modelId="{527974AE-1F8D-48A8-9E38-FD1F68948DEC}" type="presOf" srcId="{46AFE2FE-8DDF-4F30-A04E-63F750ACF935}" destId="{33B73F4B-1443-491A-9AC5-0BB6C3A3D42D}" srcOrd="0" destOrd="0" presId="urn:microsoft.com/office/officeart/2005/8/layout/bProcess3"/>
    <dgm:cxn modelId="{73C328B3-5400-4723-B426-9CDD6C511EC2}" type="presOf" srcId="{46AFE2FE-8DDF-4F30-A04E-63F750ACF935}" destId="{2A1CB08E-98C9-4520-BAE9-DC40AF792BD8}" srcOrd="1" destOrd="0" presId="urn:microsoft.com/office/officeart/2005/8/layout/bProcess3"/>
    <dgm:cxn modelId="{35BFD9B8-0D72-4468-BC69-D746E2E9FA6E}" type="presOf" srcId="{2CD15ECE-7A96-43C6-A3C7-3F056F3F98AF}" destId="{A5C07222-F161-4E3B-8BB3-2EDD2A4590EE}" srcOrd="0" destOrd="0" presId="urn:microsoft.com/office/officeart/2005/8/layout/bProcess3"/>
    <dgm:cxn modelId="{2B1D90BC-9260-4BCC-BB21-B4CF625A8002}" type="presOf" srcId="{449EACCD-6EB0-47CA-B29C-969EB847E62C}" destId="{3A9FB51B-5C58-47AE-B9F7-F3249851D022}" srcOrd="1" destOrd="0" presId="urn:microsoft.com/office/officeart/2005/8/layout/bProcess3"/>
    <dgm:cxn modelId="{491F7FC6-3296-44FC-B6D5-93BA6428E3E6}" type="presOf" srcId="{07BC5325-8FD4-4DBB-B8F5-1059CF06F049}" destId="{CF852743-7039-426D-9297-DA53E8194059}" srcOrd="0" destOrd="0" presId="urn:microsoft.com/office/officeart/2005/8/layout/bProcess3"/>
    <dgm:cxn modelId="{1AA34FCA-7F04-4E4F-892E-E470DD619C32}" type="presOf" srcId="{1F2100AE-7709-4DA7-ACE1-0E933BDD22E9}" destId="{70A1213E-4798-463C-B4DD-9DDD190A0B52}" srcOrd="1" destOrd="0" presId="urn:microsoft.com/office/officeart/2005/8/layout/bProcess3"/>
    <dgm:cxn modelId="{4D37C7E1-51F3-4C5A-8689-0C8E73986691}" srcId="{1C8E2CC9-DBB6-4C99-88FA-C97535E329D8}" destId="{C93226D2-BD71-4914-A1DA-304E10E3AE2A}" srcOrd="5" destOrd="0" parTransId="{A1E920AF-2F4D-45BF-9871-7291EF630799}" sibTransId="{46AFE2FE-8DDF-4F30-A04E-63F750ACF935}"/>
    <dgm:cxn modelId="{A71572EE-6711-4B72-BF56-70130786C819}" type="presOf" srcId="{7D40E90F-2245-494B-9952-3D71DA7A2E2D}" destId="{F9930752-65FE-45D7-B759-A75AD812AE79}" srcOrd="1" destOrd="0" presId="urn:microsoft.com/office/officeart/2005/8/layout/bProcess3"/>
    <dgm:cxn modelId="{5DCD06FB-831E-4441-8B51-8494695082B2}" type="presOf" srcId="{1C8E2CC9-DBB6-4C99-88FA-C97535E329D8}" destId="{2037BC54-E2BE-4D75-91CB-CEA4FDBC7835}" srcOrd="0" destOrd="0" presId="urn:microsoft.com/office/officeart/2005/8/layout/bProcess3"/>
    <dgm:cxn modelId="{851EB6FD-CE26-4DE7-A101-48D5DD0BA0B4}" type="presOf" srcId="{37607D10-8C97-4B77-9639-423B0F5A053D}" destId="{9FF11729-9832-42B0-A52F-ED7E35D27D37}" srcOrd="0" destOrd="0" presId="urn:microsoft.com/office/officeart/2005/8/layout/bProcess3"/>
    <dgm:cxn modelId="{DBDE5818-F476-4520-8999-07EAA755D13A}" type="presParOf" srcId="{2037BC54-E2BE-4D75-91CB-CEA4FDBC7835}" destId="{5BA7547F-FDE4-4D53-BE68-AE9C65794F65}" srcOrd="0" destOrd="0" presId="urn:microsoft.com/office/officeart/2005/8/layout/bProcess3"/>
    <dgm:cxn modelId="{65F4B969-2B61-4360-8F17-1537EA63A52C}" type="presParOf" srcId="{2037BC54-E2BE-4D75-91CB-CEA4FDBC7835}" destId="{C3D6F19F-1BC2-47D6-B117-320D3480A8EF}" srcOrd="1" destOrd="0" presId="urn:microsoft.com/office/officeart/2005/8/layout/bProcess3"/>
    <dgm:cxn modelId="{3A1078FB-B36D-4863-A16D-20FFC442F400}" type="presParOf" srcId="{C3D6F19F-1BC2-47D6-B117-320D3480A8EF}" destId="{489A9628-7827-4F51-9575-DD61512AAF36}" srcOrd="0" destOrd="0" presId="urn:microsoft.com/office/officeart/2005/8/layout/bProcess3"/>
    <dgm:cxn modelId="{726662BE-FE20-4D6B-A847-ACF297C60DFF}" type="presParOf" srcId="{2037BC54-E2BE-4D75-91CB-CEA4FDBC7835}" destId="{1F577583-4FAB-4C4F-8C27-D81976522722}" srcOrd="2" destOrd="0" presId="urn:microsoft.com/office/officeart/2005/8/layout/bProcess3"/>
    <dgm:cxn modelId="{D801CFE9-0DAB-42AB-AEB3-5A6BCB856664}" type="presParOf" srcId="{2037BC54-E2BE-4D75-91CB-CEA4FDBC7835}" destId="{7C73F2FF-91A4-422E-800D-14179E807E15}" srcOrd="3" destOrd="0" presId="urn:microsoft.com/office/officeart/2005/8/layout/bProcess3"/>
    <dgm:cxn modelId="{780D527F-A6A5-4FAA-AA58-D24A8DEEFE35}" type="presParOf" srcId="{7C73F2FF-91A4-422E-800D-14179E807E15}" destId="{EA8559C8-63D8-4C16-8A51-A6DF7091D457}" srcOrd="0" destOrd="0" presId="urn:microsoft.com/office/officeart/2005/8/layout/bProcess3"/>
    <dgm:cxn modelId="{31D7ADBD-B794-4726-88E1-D699AD59E2A1}" type="presParOf" srcId="{2037BC54-E2BE-4D75-91CB-CEA4FDBC7835}" destId="{48A5554D-470A-4780-A5A3-C9218D043003}" srcOrd="4" destOrd="0" presId="urn:microsoft.com/office/officeart/2005/8/layout/bProcess3"/>
    <dgm:cxn modelId="{78C1FFCA-34C1-4647-B353-5422B323D04F}" type="presParOf" srcId="{2037BC54-E2BE-4D75-91CB-CEA4FDBC7835}" destId="{00EA6BC9-B0E0-497B-8C4E-2360AC8FAD53}" srcOrd="5" destOrd="0" presId="urn:microsoft.com/office/officeart/2005/8/layout/bProcess3"/>
    <dgm:cxn modelId="{94E58512-A491-4570-8C0C-D9630CBF37D9}" type="presParOf" srcId="{00EA6BC9-B0E0-497B-8C4E-2360AC8FAD53}" destId="{70A1213E-4798-463C-B4DD-9DDD190A0B52}" srcOrd="0" destOrd="0" presId="urn:microsoft.com/office/officeart/2005/8/layout/bProcess3"/>
    <dgm:cxn modelId="{073D4D06-0DB0-4984-BC2B-02989277151C}" type="presParOf" srcId="{2037BC54-E2BE-4D75-91CB-CEA4FDBC7835}" destId="{1C85FB5D-0E21-465A-B3C3-E5145995E84E}" srcOrd="6" destOrd="0" presId="urn:microsoft.com/office/officeart/2005/8/layout/bProcess3"/>
    <dgm:cxn modelId="{E3971E21-F36B-43AC-A1B3-64E7C2DB1B36}" type="presParOf" srcId="{2037BC54-E2BE-4D75-91CB-CEA4FDBC7835}" destId="{8B996AA3-FE65-4A9B-BF28-A6CBB5BE5555}" srcOrd="7" destOrd="0" presId="urn:microsoft.com/office/officeart/2005/8/layout/bProcess3"/>
    <dgm:cxn modelId="{3D9FC5E7-A689-4347-A24E-26E4CDFF349F}" type="presParOf" srcId="{8B996AA3-FE65-4A9B-BF28-A6CBB5BE5555}" destId="{3A9FB51B-5C58-47AE-B9F7-F3249851D022}" srcOrd="0" destOrd="0" presId="urn:microsoft.com/office/officeart/2005/8/layout/bProcess3"/>
    <dgm:cxn modelId="{A96DD00F-0D78-4772-921B-06553D3985AF}" type="presParOf" srcId="{2037BC54-E2BE-4D75-91CB-CEA4FDBC7835}" destId="{81A9C20F-D29D-460A-8166-8CA00D64A53C}" srcOrd="8" destOrd="0" presId="urn:microsoft.com/office/officeart/2005/8/layout/bProcess3"/>
    <dgm:cxn modelId="{10066723-7F5B-4367-8B59-B313EC723F2C}" type="presParOf" srcId="{2037BC54-E2BE-4D75-91CB-CEA4FDBC7835}" destId="{F68DE69C-4E91-490F-9CB6-B08083E14768}" srcOrd="9" destOrd="0" presId="urn:microsoft.com/office/officeart/2005/8/layout/bProcess3"/>
    <dgm:cxn modelId="{1B27C212-C986-49B7-A060-8CD012EEC2A6}" type="presParOf" srcId="{F68DE69C-4E91-490F-9CB6-B08083E14768}" destId="{F9930752-65FE-45D7-B759-A75AD812AE79}" srcOrd="0" destOrd="0" presId="urn:microsoft.com/office/officeart/2005/8/layout/bProcess3"/>
    <dgm:cxn modelId="{EE48DBEF-A853-4D30-B05C-57B08184F0C3}" type="presParOf" srcId="{2037BC54-E2BE-4D75-91CB-CEA4FDBC7835}" destId="{146F5E6C-9648-4E28-B803-3A0E3FE57D9B}" srcOrd="10" destOrd="0" presId="urn:microsoft.com/office/officeart/2005/8/layout/bProcess3"/>
    <dgm:cxn modelId="{309270C9-94F9-4906-86DA-68B96AA479EE}" type="presParOf" srcId="{2037BC54-E2BE-4D75-91CB-CEA4FDBC7835}" destId="{33B73F4B-1443-491A-9AC5-0BB6C3A3D42D}" srcOrd="11" destOrd="0" presId="urn:microsoft.com/office/officeart/2005/8/layout/bProcess3"/>
    <dgm:cxn modelId="{1520DCEC-E613-43D6-8495-367CE6271C56}" type="presParOf" srcId="{33B73F4B-1443-491A-9AC5-0BB6C3A3D42D}" destId="{2A1CB08E-98C9-4520-BAE9-DC40AF792BD8}" srcOrd="0" destOrd="0" presId="urn:microsoft.com/office/officeart/2005/8/layout/bProcess3"/>
    <dgm:cxn modelId="{398D7862-DB8F-4D4D-AB67-FF2D7E2E7D04}" type="presParOf" srcId="{2037BC54-E2BE-4D75-91CB-CEA4FDBC7835}" destId="{A5C07222-F161-4E3B-8BB3-2EDD2A4590EE}" srcOrd="12" destOrd="0" presId="urn:microsoft.com/office/officeart/2005/8/layout/bProcess3"/>
    <dgm:cxn modelId="{F666902F-2B23-4FC1-9647-AD2FC7968CA5}" type="presParOf" srcId="{2037BC54-E2BE-4D75-91CB-CEA4FDBC7835}" destId="{CF852743-7039-426D-9297-DA53E8194059}" srcOrd="13" destOrd="0" presId="urn:microsoft.com/office/officeart/2005/8/layout/bProcess3"/>
    <dgm:cxn modelId="{4BD0B6AC-5B8B-465F-B4D2-FF51C2862F8B}" type="presParOf" srcId="{CF852743-7039-426D-9297-DA53E8194059}" destId="{0A1E0A5C-14C6-40EF-A424-E00820350BC3}" srcOrd="0" destOrd="0" presId="urn:microsoft.com/office/officeart/2005/8/layout/bProcess3"/>
    <dgm:cxn modelId="{0E01B98F-A7FF-459A-884D-7FC5DDB6C144}" type="presParOf" srcId="{2037BC54-E2BE-4D75-91CB-CEA4FDBC7835}" destId="{9FF11729-9832-42B0-A52F-ED7E35D27D37}" srcOrd="14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8636016-C204-411A-B520-95EF1C40F55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CB82F30-DA8B-4923-8AC2-B9A119FEC217}">
      <dgm:prSet/>
      <dgm:spPr/>
      <dgm:t>
        <a:bodyPr/>
        <a:lstStyle/>
        <a:p>
          <a:r>
            <a:rPr lang="en-US"/>
            <a:t>User submits code</a:t>
          </a:r>
        </a:p>
      </dgm:t>
    </dgm:pt>
    <dgm:pt modelId="{3914813A-A124-49EA-BFC1-2C8E50B8F8C8}" type="parTrans" cxnId="{F19DDB84-898A-42A2-997D-84AABCDD0233}">
      <dgm:prSet/>
      <dgm:spPr/>
      <dgm:t>
        <a:bodyPr/>
        <a:lstStyle/>
        <a:p>
          <a:endParaRPr lang="en-US"/>
        </a:p>
      </dgm:t>
    </dgm:pt>
    <dgm:pt modelId="{CA2E2E38-6E0D-463A-9913-8878DA6CD34E}" type="sibTrans" cxnId="{F19DDB84-898A-42A2-997D-84AABCDD0233}">
      <dgm:prSet/>
      <dgm:spPr/>
      <dgm:t>
        <a:bodyPr/>
        <a:lstStyle/>
        <a:p>
          <a:endParaRPr lang="en-US"/>
        </a:p>
      </dgm:t>
    </dgm:pt>
    <dgm:pt modelId="{8B0DDC29-4A46-4611-8D38-689887F443AC}">
      <dgm:prSet/>
      <dgm:spPr/>
      <dgm:t>
        <a:bodyPr/>
        <a:lstStyle/>
        <a:p>
          <a:r>
            <a:rPr lang="en-US"/>
            <a:t>Developer agent proposes fixes</a:t>
          </a:r>
        </a:p>
      </dgm:t>
    </dgm:pt>
    <dgm:pt modelId="{791DC3AC-4973-4C27-9811-19A710F55C6E}" type="parTrans" cxnId="{A26A1654-E78C-415D-8C5C-3EBEB465EC5E}">
      <dgm:prSet/>
      <dgm:spPr/>
      <dgm:t>
        <a:bodyPr/>
        <a:lstStyle/>
        <a:p>
          <a:endParaRPr lang="en-US"/>
        </a:p>
      </dgm:t>
    </dgm:pt>
    <dgm:pt modelId="{C6FF5B7E-C4B1-43D8-BA6E-2C11135D7D48}" type="sibTrans" cxnId="{A26A1654-E78C-415D-8C5C-3EBEB465EC5E}">
      <dgm:prSet/>
      <dgm:spPr/>
      <dgm:t>
        <a:bodyPr/>
        <a:lstStyle/>
        <a:p>
          <a:endParaRPr lang="en-US"/>
        </a:p>
      </dgm:t>
    </dgm:pt>
    <dgm:pt modelId="{D288A7D2-49B2-4DC4-A9C1-89A9EA123086}">
      <dgm:prSet/>
      <dgm:spPr/>
      <dgm:t>
        <a:bodyPr/>
        <a:lstStyle/>
        <a:p>
          <a:r>
            <a:rPr lang="en-US"/>
            <a:t>Critic agent reviews logic</a:t>
          </a:r>
        </a:p>
      </dgm:t>
    </dgm:pt>
    <dgm:pt modelId="{B58CC006-BDF8-4973-AF20-E0E26AF3E6E6}" type="parTrans" cxnId="{BA47428C-6E1F-4C22-9BA7-560416681D57}">
      <dgm:prSet/>
      <dgm:spPr/>
      <dgm:t>
        <a:bodyPr/>
        <a:lstStyle/>
        <a:p>
          <a:endParaRPr lang="en-US"/>
        </a:p>
      </dgm:t>
    </dgm:pt>
    <dgm:pt modelId="{EF7121B6-925A-49B4-B24E-032E61299595}" type="sibTrans" cxnId="{BA47428C-6E1F-4C22-9BA7-560416681D57}">
      <dgm:prSet/>
      <dgm:spPr/>
      <dgm:t>
        <a:bodyPr/>
        <a:lstStyle/>
        <a:p>
          <a:endParaRPr lang="en-US"/>
        </a:p>
      </dgm:t>
    </dgm:pt>
    <dgm:pt modelId="{D593FE53-E8CA-44EE-842C-2209F1CA3B54}">
      <dgm:prSet/>
      <dgm:spPr/>
      <dgm:t>
        <a:bodyPr/>
        <a:lstStyle/>
        <a:p>
          <a:r>
            <a:rPr lang="en-US"/>
            <a:t>Tester agent validates changes</a:t>
          </a:r>
        </a:p>
      </dgm:t>
    </dgm:pt>
    <dgm:pt modelId="{A38F9430-4322-478D-8A87-AC6725ED69BE}" type="parTrans" cxnId="{F86D6AB4-AB40-4ACE-8E0E-1D5C648F47CD}">
      <dgm:prSet/>
      <dgm:spPr/>
      <dgm:t>
        <a:bodyPr/>
        <a:lstStyle/>
        <a:p>
          <a:endParaRPr lang="en-US"/>
        </a:p>
      </dgm:t>
    </dgm:pt>
    <dgm:pt modelId="{D98944C8-9D63-4591-917C-8F6AB27135C3}" type="sibTrans" cxnId="{F86D6AB4-AB40-4ACE-8E0E-1D5C648F47CD}">
      <dgm:prSet/>
      <dgm:spPr/>
      <dgm:t>
        <a:bodyPr/>
        <a:lstStyle/>
        <a:p>
          <a:endParaRPr lang="en-US"/>
        </a:p>
      </dgm:t>
    </dgm:pt>
    <dgm:pt modelId="{75EA6923-3A7B-4199-B5DE-074659F1C809}">
      <dgm:prSet/>
      <dgm:spPr/>
      <dgm:t>
        <a:bodyPr/>
        <a:lstStyle/>
        <a:p>
          <a:r>
            <a:rPr lang="en-US"/>
            <a:t>Optimization workflow improves performance</a:t>
          </a:r>
        </a:p>
      </dgm:t>
    </dgm:pt>
    <dgm:pt modelId="{998CB04A-50B3-4AD8-83DB-3E43C09F1420}" type="parTrans" cxnId="{C0E45927-C374-4F45-BDB6-FCBD8FCA6199}">
      <dgm:prSet/>
      <dgm:spPr/>
      <dgm:t>
        <a:bodyPr/>
        <a:lstStyle/>
        <a:p>
          <a:endParaRPr lang="en-US"/>
        </a:p>
      </dgm:t>
    </dgm:pt>
    <dgm:pt modelId="{FA61C7CB-06D3-4C2D-957B-502DA76D72EE}" type="sibTrans" cxnId="{C0E45927-C374-4F45-BDB6-FCBD8FCA6199}">
      <dgm:prSet/>
      <dgm:spPr/>
      <dgm:t>
        <a:bodyPr/>
        <a:lstStyle/>
        <a:p>
          <a:endParaRPr lang="en-US"/>
        </a:p>
      </dgm:t>
    </dgm:pt>
    <dgm:pt modelId="{D1F28B52-8531-4CE1-928C-E4A0188A232A}">
      <dgm:prSet/>
      <dgm:spPr/>
      <dgm:t>
        <a:bodyPr/>
        <a:lstStyle/>
        <a:p>
          <a:r>
            <a:rPr lang="en-US"/>
            <a:t>Security workflow audits vulnerabilities</a:t>
          </a:r>
        </a:p>
      </dgm:t>
    </dgm:pt>
    <dgm:pt modelId="{4401E27A-3604-4421-9B07-333448D7F49F}" type="parTrans" cxnId="{1A32A5CB-8747-47EA-94A5-BCF35C6204C3}">
      <dgm:prSet/>
      <dgm:spPr/>
      <dgm:t>
        <a:bodyPr/>
        <a:lstStyle/>
        <a:p>
          <a:endParaRPr lang="en-US"/>
        </a:p>
      </dgm:t>
    </dgm:pt>
    <dgm:pt modelId="{85573587-4306-415D-A4DE-99BA70547148}" type="sibTrans" cxnId="{1A32A5CB-8747-47EA-94A5-BCF35C6204C3}">
      <dgm:prSet/>
      <dgm:spPr/>
      <dgm:t>
        <a:bodyPr/>
        <a:lstStyle/>
        <a:p>
          <a:endParaRPr lang="en-US"/>
        </a:p>
      </dgm:t>
    </dgm:pt>
    <dgm:pt modelId="{C388D977-1E5B-4E96-9415-4FEA1E482A10}">
      <dgm:prSet/>
      <dgm:spPr/>
      <dgm:t>
        <a:bodyPr/>
        <a:lstStyle/>
        <a:p>
          <a:r>
            <a:rPr lang="en-US"/>
            <a:t>Final optimized code is produced</a:t>
          </a:r>
        </a:p>
      </dgm:t>
    </dgm:pt>
    <dgm:pt modelId="{9D51DFFB-FA0B-4895-A3DE-AAFCCB01FD59}" type="parTrans" cxnId="{7B13396D-8C62-4833-BBB9-90C0FF721652}">
      <dgm:prSet/>
      <dgm:spPr/>
      <dgm:t>
        <a:bodyPr/>
        <a:lstStyle/>
        <a:p>
          <a:endParaRPr lang="en-US"/>
        </a:p>
      </dgm:t>
    </dgm:pt>
    <dgm:pt modelId="{F5E253AF-90DF-4F90-9B3F-F7D64F717F96}" type="sibTrans" cxnId="{7B13396D-8C62-4833-BBB9-90C0FF721652}">
      <dgm:prSet/>
      <dgm:spPr/>
      <dgm:t>
        <a:bodyPr/>
        <a:lstStyle/>
        <a:p>
          <a:endParaRPr lang="en-US"/>
        </a:p>
      </dgm:t>
    </dgm:pt>
    <dgm:pt modelId="{7D2F6067-CE4E-4DAC-96BB-6BA35472C4BC}" type="pres">
      <dgm:prSet presAssocID="{B8636016-C204-411A-B520-95EF1C40F554}" presName="diagram" presStyleCnt="0">
        <dgm:presLayoutVars>
          <dgm:dir/>
          <dgm:resizeHandles val="exact"/>
        </dgm:presLayoutVars>
      </dgm:prSet>
      <dgm:spPr/>
    </dgm:pt>
    <dgm:pt modelId="{14F56076-5AEC-438C-8083-13B509629984}" type="pres">
      <dgm:prSet presAssocID="{9CB82F30-DA8B-4923-8AC2-B9A119FEC217}" presName="node" presStyleLbl="node1" presStyleIdx="0" presStyleCnt="7">
        <dgm:presLayoutVars>
          <dgm:bulletEnabled val="1"/>
        </dgm:presLayoutVars>
      </dgm:prSet>
      <dgm:spPr/>
    </dgm:pt>
    <dgm:pt modelId="{29B0D1BF-9B65-4E8D-849B-E09BE56FD6F7}" type="pres">
      <dgm:prSet presAssocID="{CA2E2E38-6E0D-463A-9913-8878DA6CD34E}" presName="sibTrans" presStyleCnt="0"/>
      <dgm:spPr/>
    </dgm:pt>
    <dgm:pt modelId="{8B915D16-2AB5-4ED3-ADDA-D0B19C58AF77}" type="pres">
      <dgm:prSet presAssocID="{8B0DDC29-4A46-4611-8D38-689887F443AC}" presName="node" presStyleLbl="node1" presStyleIdx="1" presStyleCnt="7">
        <dgm:presLayoutVars>
          <dgm:bulletEnabled val="1"/>
        </dgm:presLayoutVars>
      </dgm:prSet>
      <dgm:spPr/>
    </dgm:pt>
    <dgm:pt modelId="{5BD28723-DD7E-4FF5-8EF7-BC8FA8D254D5}" type="pres">
      <dgm:prSet presAssocID="{C6FF5B7E-C4B1-43D8-BA6E-2C11135D7D48}" presName="sibTrans" presStyleCnt="0"/>
      <dgm:spPr/>
    </dgm:pt>
    <dgm:pt modelId="{9F99AB1A-10E4-4455-B507-BBBFF6A5031D}" type="pres">
      <dgm:prSet presAssocID="{D288A7D2-49B2-4DC4-A9C1-89A9EA123086}" presName="node" presStyleLbl="node1" presStyleIdx="2" presStyleCnt="7">
        <dgm:presLayoutVars>
          <dgm:bulletEnabled val="1"/>
        </dgm:presLayoutVars>
      </dgm:prSet>
      <dgm:spPr/>
    </dgm:pt>
    <dgm:pt modelId="{7B86EE35-A13D-4DC8-808B-66B06AAA79EB}" type="pres">
      <dgm:prSet presAssocID="{EF7121B6-925A-49B4-B24E-032E61299595}" presName="sibTrans" presStyleCnt="0"/>
      <dgm:spPr/>
    </dgm:pt>
    <dgm:pt modelId="{07D9F818-B8A5-4D42-B687-563A582173CE}" type="pres">
      <dgm:prSet presAssocID="{D593FE53-E8CA-44EE-842C-2209F1CA3B54}" presName="node" presStyleLbl="node1" presStyleIdx="3" presStyleCnt="7">
        <dgm:presLayoutVars>
          <dgm:bulletEnabled val="1"/>
        </dgm:presLayoutVars>
      </dgm:prSet>
      <dgm:spPr/>
    </dgm:pt>
    <dgm:pt modelId="{002EC7FF-EB9C-49F2-A741-DB933B789229}" type="pres">
      <dgm:prSet presAssocID="{D98944C8-9D63-4591-917C-8F6AB27135C3}" presName="sibTrans" presStyleCnt="0"/>
      <dgm:spPr/>
    </dgm:pt>
    <dgm:pt modelId="{C3370722-1FF1-4D04-B983-336EBFA569CC}" type="pres">
      <dgm:prSet presAssocID="{75EA6923-3A7B-4199-B5DE-074659F1C809}" presName="node" presStyleLbl="node1" presStyleIdx="4" presStyleCnt="7">
        <dgm:presLayoutVars>
          <dgm:bulletEnabled val="1"/>
        </dgm:presLayoutVars>
      </dgm:prSet>
      <dgm:spPr/>
    </dgm:pt>
    <dgm:pt modelId="{7EE7E111-ABA9-428E-BC80-4B13F6FEC55E}" type="pres">
      <dgm:prSet presAssocID="{FA61C7CB-06D3-4C2D-957B-502DA76D72EE}" presName="sibTrans" presStyleCnt="0"/>
      <dgm:spPr/>
    </dgm:pt>
    <dgm:pt modelId="{81CE2AED-7FF4-49FA-A23D-A5F2613BF572}" type="pres">
      <dgm:prSet presAssocID="{D1F28B52-8531-4CE1-928C-E4A0188A232A}" presName="node" presStyleLbl="node1" presStyleIdx="5" presStyleCnt="7">
        <dgm:presLayoutVars>
          <dgm:bulletEnabled val="1"/>
        </dgm:presLayoutVars>
      </dgm:prSet>
      <dgm:spPr/>
    </dgm:pt>
    <dgm:pt modelId="{BA7F03A9-AFDE-455A-BBE5-2118C1AF0C35}" type="pres">
      <dgm:prSet presAssocID="{85573587-4306-415D-A4DE-99BA70547148}" presName="sibTrans" presStyleCnt="0"/>
      <dgm:spPr/>
    </dgm:pt>
    <dgm:pt modelId="{3124E622-4BE3-4472-B0BB-1535DB1FB6DA}" type="pres">
      <dgm:prSet presAssocID="{C388D977-1E5B-4E96-9415-4FEA1E482A10}" presName="node" presStyleLbl="node1" presStyleIdx="6" presStyleCnt="7">
        <dgm:presLayoutVars>
          <dgm:bulletEnabled val="1"/>
        </dgm:presLayoutVars>
      </dgm:prSet>
      <dgm:spPr/>
    </dgm:pt>
  </dgm:ptLst>
  <dgm:cxnLst>
    <dgm:cxn modelId="{C0E45927-C374-4F45-BDB6-FCBD8FCA6199}" srcId="{B8636016-C204-411A-B520-95EF1C40F554}" destId="{75EA6923-3A7B-4199-B5DE-074659F1C809}" srcOrd="4" destOrd="0" parTransId="{998CB04A-50B3-4AD8-83DB-3E43C09F1420}" sibTransId="{FA61C7CB-06D3-4C2D-957B-502DA76D72EE}"/>
    <dgm:cxn modelId="{7B13396D-8C62-4833-BBB9-90C0FF721652}" srcId="{B8636016-C204-411A-B520-95EF1C40F554}" destId="{C388D977-1E5B-4E96-9415-4FEA1E482A10}" srcOrd="6" destOrd="0" parTransId="{9D51DFFB-FA0B-4895-A3DE-AAFCCB01FD59}" sibTransId="{F5E253AF-90DF-4F90-9B3F-F7D64F717F96}"/>
    <dgm:cxn modelId="{20D5C571-966C-420B-8349-29B02A004AF3}" type="presOf" srcId="{B8636016-C204-411A-B520-95EF1C40F554}" destId="{7D2F6067-CE4E-4DAC-96BB-6BA35472C4BC}" srcOrd="0" destOrd="0" presId="urn:microsoft.com/office/officeart/2005/8/layout/default"/>
    <dgm:cxn modelId="{2D8A7253-3040-4E9D-BCA6-A7660AFECEA1}" type="presOf" srcId="{8B0DDC29-4A46-4611-8D38-689887F443AC}" destId="{8B915D16-2AB5-4ED3-ADDA-D0B19C58AF77}" srcOrd="0" destOrd="0" presId="urn:microsoft.com/office/officeart/2005/8/layout/default"/>
    <dgm:cxn modelId="{A26A1654-E78C-415D-8C5C-3EBEB465EC5E}" srcId="{B8636016-C204-411A-B520-95EF1C40F554}" destId="{8B0DDC29-4A46-4611-8D38-689887F443AC}" srcOrd="1" destOrd="0" parTransId="{791DC3AC-4973-4C27-9811-19A710F55C6E}" sibTransId="{C6FF5B7E-C4B1-43D8-BA6E-2C11135D7D48}"/>
    <dgm:cxn modelId="{F19DDB84-898A-42A2-997D-84AABCDD0233}" srcId="{B8636016-C204-411A-B520-95EF1C40F554}" destId="{9CB82F30-DA8B-4923-8AC2-B9A119FEC217}" srcOrd="0" destOrd="0" parTransId="{3914813A-A124-49EA-BFC1-2C8E50B8F8C8}" sibTransId="{CA2E2E38-6E0D-463A-9913-8878DA6CD34E}"/>
    <dgm:cxn modelId="{F9300387-7D9C-4BC5-A359-DC3D9CAD9B17}" type="presOf" srcId="{75EA6923-3A7B-4199-B5DE-074659F1C809}" destId="{C3370722-1FF1-4D04-B983-336EBFA569CC}" srcOrd="0" destOrd="0" presId="urn:microsoft.com/office/officeart/2005/8/layout/default"/>
    <dgm:cxn modelId="{BA47428C-6E1F-4C22-9BA7-560416681D57}" srcId="{B8636016-C204-411A-B520-95EF1C40F554}" destId="{D288A7D2-49B2-4DC4-A9C1-89A9EA123086}" srcOrd="2" destOrd="0" parTransId="{B58CC006-BDF8-4973-AF20-E0E26AF3E6E6}" sibTransId="{EF7121B6-925A-49B4-B24E-032E61299595}"/>
    <dgm:cxn modelId="{CA730CAF-F643-4F22-98F8-954E9C0631AC}" type="presOf" srcId="{C388D977-1E5B-4E96-9415-4FEA1E482A10}" destId="{3124E622-4BE3-4472-B0BB-1535DB1FB6DA}" srcOrd="0" destOrd="0" presId="urn:microsoft.com/office/officeart/2005/8/layout/default"/>
    <dgm:cxn modelId="{74CB52B2-7A5E-44D3-B615-BA1F8B8C4B70}" type="presOf" srcId="{D288A7D2-49B2-4DC4-A9C1-89A9EA123086}" destId="{9F99AB1A-10E4-4455-B507-BBBFF6A5031D}" srcOrd="0" destOrd="0" presId="urn:microsoft.com/office/officeart/2005/8/layout/default"/>
    <dgm:cxn modelId="{F86D6AB4-AB40-4ACE-8E0E-1D5C648F47CD}" srcId="{B8636016-C204-411A-B520-95EF1C40F554}" destId="{D593FE53-E8CA-44EE-842C-2209F1CA3B54}" srcOrd="3" destOrd="0" parTransId="{A38F9430-4322-478D-8A87-AC6725ED69BE}" sibTransId="{D98944C8-9D63-4591-917C-8F6AB27135C3}"/>
    <dgm:cxn modelId="{671F4BC1-4836-4490-9451-C4E1B3BF09FE}" type="presOf" srcId="{D1F28B52-8531-4CE1-928C-E4A0188A232A}" destId="{81CE2AED-7FF4-49FA-A23D-A5F2613BF572}" srcOrd="0" destOrd="0" presId="urn:microsoft.com/office/officeart/2005/8/layout/default"/>
    <dgm:cxn modelId="{231AC1C4-DA57-4392-92FB-C0EA67F9BAD4}" type="presOf" srcId="{9CB82F30-DA8B-4923-8AC2-B9A119FEC217}" destId="{14F56076-5AEC-438C-8083-13B509629984}" srcOrd="0" destOrd="0" presId="urn:microsoft.com/office/officeart/2005/8/layout/default"/>
    <dgm:cxn modelId="{1A32A5CB-8747-47EA-94A5-BCF35C6204C3}" srcId="{B8636016-C204-411A-B520-95EF1C40F554}" destId="{D1F28B52-8531-4CE1-928C-E4A0188A232A}" srcOrd="5" destOrd="0" parTransId="{4401E27A-3604-4421-9B07-333448D7F49F}" sibTransId="{85573587-4306-415D-A4DE-99BA70547148}"/>
    <dgm:cxn modelId="{E41E73DE-C8A0-4043-8585-49A90C57503C}" type="presOf" srcId="{D593FE53-E8CA-44EE-842C-2209F1CA3B54}" destId="{07D9F818-B8A5-4D42-B687-563A582173CE}" srcOrd="0" destOrd="0" presId="urn:microsoft.com/office/officeart/2005/8/layout/default"/>
    <dgm:cxn modelId="{5E644B9A-8D97-4F48-8CD0-83F254592B22}" type="presParOf" srcId="{7D2F6067-CE4E-4DAC-96BB-6BA35472C4BC}" destId="{14F56076-5AEC-438C-8083-13B509629984}" srcOrd="0" destOrd="0" presId="urn:microsoft.com/office/officeart/2005/8/layout/default"/>
    <dgm:cxn modelId="{31E6820D-A98F-4C0A-A0E5-8C6413128277}" type="presParOf" srcId="{7D2F6067-CE4E-4DAC-96BB-6BA35472C4BC}" destId="{29B0D1BF-9B65-4E8D-849B-E09BE56FD6F7}" srcOrd="1" destOrd="0" presId="urn:microsoft.com/office/officeart/2005/8/layout/default"/>
    <dgm:cxn modelId="{24062A46-43D3-4711-8011-D927EB183119}" type="presParOf" srcId="{7D2F6067-CE4E-4DAC-96BB-6BA35472C4BC}" destId="{8B915D16-2AB5-4ED3-ADDA-D0B19C58AF77}" srcOrd="2" destOrd="0" presId="urn:microsoft.com/office/officeart/2005/8/layout/default"/>
    <dgm:cxn modelId="{C9CB5CB6-5DFC-488A-BDC3-E8E7C89C9C38}" type="presParOf" srcId="{7D2F6067-CE4E-4DAC-96BB-6BA35472C4BC}" destId="{5BD28723-DD7E-4FF5-8EF7-BC8FA8D254D5}" srcOrd="3" destOrd="0" presId="urn:microsoft.com/office/officeart/2005/8/layout/default"/>
    <dgm:cxn modelId="{4BC28E97-A2F7-4CF4-A37E-57FDD70F491C}" type="presParOf" srcId="{7D2F6067-CE4E-4DAC-96BB-6BA35472C4BC}" destId="{9F99AB1A-10E4-4455-B507-BBBFF6A5031D}" srcOrd="4" destOrd="0" presId="urn:microsoft.com/office/officeart/2005/8/layout/default"/>
    <dgm:cxn modelId="{110B788B-835A-4281-ACAF-3CEB7B712748}" type="presParOf" srcId="{7D2F6067-CE4E-4DAC-96BB-6BA35472C4BC}" destId="{7B86EE35-A13D-4DC8-808B-66B06AAA79EB}" srcOrd="5" destOrd="0" presId="urn:microsoft.com/office/officeart/2005/8/layout/default"/>
    <dgm:cxn modelId="{AC1CBA69-16D0-4E93-B17D-E1B253A68CD2}" type="presParOf" srcId="{7D2F6067-CE4E-4DAC-96BB-6BA35472C4BC}" destId="{07D9F818-B8A5-4D42-B687-563A582173CE}" srcOrd="6" destOrd="0" presId="urn:microsoft.com/office/officeart/2005/8/layout/default"/>
    <dgm:cxn modelId="{0AEE709E-3977-44C6-B2E1-3B3F4A665D56}" type="presParOf" srcId="{7D2F6067-CE4E-4DAC-96BB-6BA35472C4BC}" destId="{002EC7FF-EB9C-49F2-A741-DB933B789229}" srcOrd="7" destOrd="0" presId="urn:microsoft.com/office/officeart/2005/8/layout/default"/>
    <dgm:cxn modelId="{A8424423-4B48-4610-9957-A8E2DDB15EF0}" type="presParOf" srcId="{7D2F6067-CE4E-4DAC-96BB-6BA35472C4BC}" destId="{C3370722-1FF1-4D04-B983-336EBFA569CC}" srcOrd="8" destOrd="0" presId="urn:microsoft.com/office/officeart/2005/8/layout/default"/>
    <dgm:cxn modelId="{8BC788A8-E23B-4A37-A310-F8A50F861D12}" type="presParOf" srcId="{7D2F6067-CE4E-4DAC-96BB-6BA35472C4BC}" destId="{7EE7E111-ABA9-428E-BC80-4B13F6FEC55E}" srcOrd="9" destOrd="0" presId="urn:microsoft.com/office/officeart/2005/8/layout/default"/>
    <dgm:cxn modelId="{EA5B4A8E-B27D-4147-A62D-1A73A9601512}" type="presParOf" srcId="{7D2F6067-CE4E-4DAC-96BB-6BA35472C4BC}" destId="{81CE2AED-7FF4-49FA-A23D-A5F2613BF572}" srcOrd="10" destOrd="0" presId="urn:microsoft.com/office/officeart/2005/8/layout/default"/>
    <dgm:cxn modelId="{167EF25D-B2A6-4AFA-B040-A63DDC392F88}" type="presParOf" srcId="{7D2F6067-CE4E-4DAC-96BB-6BA35472C4BC}" destId="{BA7F03A9-AFDE-455A-BBE5-2118C1AF0C35}" srcOrd="11" destOrd="0" presId="urn:microsoft.com/office/officeart/2005/8/layout/default"/>
    <dgm:cxn modelId="{639828EE-4919-4DD8-B371-015F001C98DB}" type="presParOf" srcId="{7D2F6067-CE4E-4DAC-96BB-6BA35472C4BC}" destId="{3124E622-4BE3-4472-B0BB-1535DB1FB6DA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DB74BE3-087A-4C50-A46F-E192B588978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B62606C-4E62-47A1-9617-9B0AAD0C0D22}">
      <dgm:prSet/>
      <dgm:spPr/>
      <dgm:t>
        <a:bodyPr/>
        <a:lstStyle/>
        <a:p>
          <a:pPr>
            <a:defRPr cap="all"/>
          </a:pPr>
          <a:r>
            <a:rPr lang="en-US"/>
            <a:t>Reduces manual effort</a:t>
          </a:r>
        </a:p>
      </dgm:t>
    </dgm:pt>
    <dgm:pt modelId="{7463BA26-D3F0-4491-9FFB-17A73FB3F05F}" type="parTrans" cxnId="{E5B0BE52-B481-4069-BFED-36827D5FCC8F}">
      <dgm:prSet/>
      <dgm:spPr/>
      <dgm:t>
        <a:bodyPr/>
        <a:lstStyle/>
        <a:p>
          <a:endParaRPr lang="en-US"/>
        </a:p>
      </dgm:t>
    </dgm:pt>
    <dgm:pt modelId="{D648B197-C636-452F-9A10-37AD15E86596}" type="sibTrans" cxnId="{E5B0BE52-B481-4069-BFED-36827D5FCC8F}">
      <dgm:prSet/>
      <dgm:spPr/>
      <dgm:t>
        <a:bodyPr/>
        <a:lstStyle/>
        <a:p>
          <a:endParaRPr lang="en-US"/>
        </a:p>
      </dgm:t>
    </dgm:pt>
    <dgm:pt modelId="{0ADE964B-7B8A-4A03-9B04-B55C87265331}">
      <dgm:prSet/>
      <dgm:spPr/>
      <dgm:t>
        <a:bodyPr/>
        <a:lstStyle/>
        <a:p>
          <a:pPr>
            <a:defRPr cap="all"/>
          </a:pPr>
          <a:r>
            <a:rPr lang="en-US"/>
            <a:t>Improves code quality</a:t>
          </a:r>
        </a:p>
      </dgm:t>
    </dgm:pt>
    <dgm:pt modelId="{00B72F23-C534-4650-8795-BB7AFB573A8D}" type="parTrans" cxnId="{42E3079F-C9BB-4745-BFC1-68CAB0BB61A2}">
      <dgm:prSet/>
      <dgm:spPr/>
      <dgm:t>
        <a:bodyPr/>
        <a:lstStyle/>
        <a:p>
          <a:endParaRPr lang="en-US"/>
        </a:p>
      </dgm:t>
    </dgm:pt>
    <dgm:pt modelId="{541535A1-B2FA-4EE6-832C-9DFE7E8DED78}" type="sibTrans" cxnId="{42E3079F-C9BB-4745-BFC1-68CAB0BB61A2}">
      <dgm:prSet/>
      <dgm:spPr/>
      <dgm:t>
        <a:bodyPr/>
        <a:lstStyle/>
        <a:p>
          <a:endParaRPr lang="en-US"/>
        </a:p>
      </dgm:t>
    </dgm:pt>
    <dgm:pt modelId="{A0EF26CB-1DF6-46BC-B953-A4C2A5B321DA}">
      <dgm:prSet/>
      <dgm:spPr/>
      <dgm:t>
        <a:bodyPr/>
        <a:lstStyle/>
        <a:p>
          <a:pPr>
            <a:defRPr cap="all"/>
          </a:pPr>
          <a:r>
            <a:rPr lang="en-US"/>
            <a:t>Faster debugging</a:t>
          </a:r>
        </a:p>
      </dgm:t>
    </dgm:pt>
    <dgm:pt modelId="{42A8BE3F-69D3-4212-9E64-77EBF109D701}" type="parTrans" cxnId="{325E18C1-8AA8-4B5E-94A1-849C99D3F5B8}">
      <dgm:prSet/>
      <dgm:spPr/>
      <dgm:t>
        <a:bodyPr/>
        <a:lstStyle/>
        <a:p>
          <a:endParaRPr lang="en-US"/>
        </a:p>
      </dgm:t>
    </dgm:pt>
    <dgm:pt modelId="{AB63781E-4505-4726-B8B1-B9D5F291450F}" type="sibTrans" cxnId="{325E18C1-8AA8-4B5E-94A1-849C99D3F5B8}">
      <dgm:prSet/>
      <dgm:spPr/>
      <dgm:t>
        <a:bodyPr/>
        <a:lstStyle/>
        <a:p>
          <a:endParaRPr lang="en-US"/>
        </a:p>
      </dgm:t>
    </dgm:pt>
    <dgm:pt modelId="{F5C4E0D8-778C-45C2-BC4F-F39905B7395B}">
      <dgm:prSet/>
      <dgm:spPr/>
      <dgm:t>
        <a:bodyPr/>
        <a:lstStyle/>
        <a:p>
          <a:pPr>
            <a:defRPr cap="all"/>
          </a:pPr>
          <a:r>
            <a:rPr lang="en-US"/>
            <a:t>Built-in security checks</a:t>
          </a:r>
        </a:p>
      </dgm:t>
    </dgm:pt>
    <dgm:pt modelId="{A471DCB1-3F58-45FE-A917-D6B483BFF760}" type="parTrans" cxnId="{FF820B45-CE7B-4D2C-AE70-979EB1D0C5CB}">
      <dgm:prSet/>
      <dgm:spPr/>
      <dgm:t>
        <a:bodyPr/>
        <a:lstStyle/>
        <a:p>
          <a:endParaRPr lang="en-US"/>
        </a:p>
      </dgm:t>
    </dgm:pt>
    <dgm:pt modelId="{4079BD56-532A-4953-A9D8-34AEB28E531A}" type="sibTrans" cxnId="{FF820B45-CE7B-4D2C-AE70-979EB1D0C5CB}">
      <dgm:prSet/>
      <dgm:spPr/>
      <dgm:t>
        <a:bodyPr/>
        <a:lstStyle/>
        <a:p>
          <a:endParaRPr lang="en-US"/>
        </a:p>
      </dgm:t>
    </dgm:pt>
    <dgm:pt modelId="{B7E60E02-6587-4CD2-A523-479DAAB12DB3}">
      <dgm:prSet/>
      <dgm:spPr/>
      <dgm:t>
        <a:bodyPr/>
        <a:lstStyle/>
        <a:p>
          <a:pPr>
            <a:defRPr cap="all"/>
          </a:pPr>
          <a:r>
            <a:rPr lang="en-US"/>
            <a:t>Scalable and extensible</a:t>
          </a:r>
        </a:p>
      </dgm:t>
    </dgm:pt>
    <dgm:pt modelId="{C562CD96-C02C-459E-BAA9-6CA561CFAE00}" type="parTrans" cxnId="{FBDF8391-4900-4824-B786-B69730B8C9F4}">
      <dgm:prSet/>
      <dgm:spPr/>
      <dgm:t>
        <a:bodyPr/>
        <a:lstStyle/>
        <a:p>
          <a:endParaRPr lang="en-US"/>
        </a:p>
      </dgm:t>
    </dgm:pt>
    <dgm:pt modelId="{81F6D9A7-B0A7-413D-A444-1C220A990F3B}" type="sibTrans" cxnId="{FBDF8391-4900-4824-B786-B69730B8C9F4}">
      <dgm:prSet/>
      <dgm:spPr/>
      <dgm:t>
        <a:bodyPr/>
        <a:lstStyle/>
        <a:p>
          <a:endParaRPr lang="en-US"/>
        </a:p>
      </dgm:t>
    </dgm:pt>
    <dgm:pt modelId="{46D82467-9410-4321-93BA-3CCCEC23A8F7}" type="pres">
      <dgm:prSet presAssocID="{6DB74BE3-087A-4C50-A46F-E192B5889780}" presName="root" presStyleCnt="0">
        <dgm:presLayoutVars>
          <dgm:dir/>
          <dgm:resizeHandles val="exact"/>
        </dgm:presLayoutVars>
      </dgm:prSet>
      <dgm:spPr/>
    </dgm:pt>
    <dgm:pt modelId="{A73F3FE8-AABD-47C4-B628-9265947FC4C5}" type="pres">
      <dgm:prSet presAssocID="{6B62606C-4E62-47A1-9617-9B0AAD0C0D22}" presName="compNode" presStyleCnt="0"/>
      <dgm:spPr/>
    </dgm:pt>
    <dgm:pt modelId="{1938B9B5-F902-481B-A60C-CEE0C28A440E}" type="pres">
      <dgm:prSet presAssocID="{6B62606C-4E62-47A1-9617-9B0AAD0C0D22}" presName="iconBgRect" presStyleLbl="bgShp" presStyleIdx="0" presStyleCnt="5"/>
      <dgm:spPr/>
    </dgm:pt>
    <dgm:pt modelId="{4F859425-8F24-4219-822B-D6A98270C939}" type="pres">
      <dgm:prSet presAssocID="{6B62606C-4E62-47A1-9617-9B0AAD0C0D2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43B26F3-6FE4-426D-872D-39810DB61AAD}" type="pres">
      <dgm:prSet presAssocID="{6B62606C-4E62-47A1-9617-9B0AAD0C0D22}" presName="spaceRect" presStyleCnt="0"/>
      <dgm:spPr/>
    </dgm:pt>
    <dgm:pt modelId="{98B3A7BC-CE12-4C01-A7A4-7CE164F85A60}" type="pres">
      <dgm:prSet presAssocID="{6B62606C-4E62-47A1-9617-9B0AAD0C0D22}" presName="textRect" presStyleLbl="revTx" presStyleIdx="0" presStyleCnt="5">
        <dgm:presLayoutVars>
          <dgm:chMax val="1"/>
          <dgm:chPref val="1"/>
        </dgm:presLayoutVars>
      </dgm:prSet>
      <dgm:spPr/>
    </dgm:pt>
    <dgm:pt modelId="{9EAFE28B-8A5E-4D47-B566-C65E4F2BE7B4}" type="pres">
      <dgm:prSet presAssocID="{D648B197-C636-452F-9A10-37AD15E86596}" presName="sibTrans" presStyleCnt="0"/>
      <dgm:spPr/>
    </dgm:pt>
    <dgm:pt modelId="{AA02C1E3-C5F8-41DE-AE0C-B68E3161A63A}" type="pres">
      <dgm:prSet presAssocID="{0ADE964B-7B8A-4A03-9B04-B55C87265331}" presName="compNode" presStyleCnt="0"/>
      <dgm:spPr/>
    </dgm:pt>
    <dgm:pt modelId="{9A5ACAD1-B224-4D54-A593-AA84E80E4A50}" type="pres">
      <dgm:prSet presAssocID="{0ADE964B-7B8A-4A03-9B04-B55C87265331}" presName="iconBgRect" presStyleLbl="bgShp" presStyleIdx="1" presStyleCnt="5"/>
      <dgm:spPr/>
    </dgm:pt>
    <dgm:pt modelId="{678F7AF5-4202-42CB-9B25-BE8E9A96BFA8}" type="pres">
      <dgm:prSet presAssocID="{0ADE964B-7B8A-4A03-9B04-B55C8726533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2FAC3E9D-B475-4607-88DE-5E7E0E69EF3D}" type="pres">
      <dgm:prSet presAssocID="{0ADE964B-7B8A-4A03-9B04-B55C87265331}" presName="spaceRect" presStyleCnt="0"/>
      <dgm:spPr/>
    </dgm:pt>
    <dgm:pt modelId="{C0D764EB-20EC-45A3-8A00-3B2CEE228C3F}" type="pres">
      <dgm:prSet presAssocID="{0ADE964B-7B8A-4A03-9B04-B55C87265331}" presName="textRect" presStyleLbl="revTx" presStyleIdx="1" presStyleCnt="5">
        <dgm:presLayoutVars>
          <dgm:chMax val="1"/>
          <dgm:chPref val="1"/>
        </dgm:presLayoutVars>
      </dgm:prSet>
      <dgm:spPr/>
    </dgm:pt>
    <dgm:pt modelId="{5A72F1B2-AFF7-4ED8-9AA4-9D816EFBF3FA}" type="pres">
      <dgm:prSet presAssocID="{541535A1-B2FA-4EE6-832C-9DFE7E8DED78}" presName="sibTrans" presStyleCnt="0"/>
      <dgm:spPr/>
    </dgm:pt>
    <dgm:pt modelId="{2E3014A1-DAA3-4446-BF2C-7C49A0406ABA}" type="pres">
      <dgm:prSet presAssocID="{A0EF26CB-1DF6-46BC-B953-A4C2A5B321DA}" presName="compNode" presStyleCnt="0"/>
      <dgm:spPr/>
    </dgm:pt>
    <dgm:pt modelId="{84FBA29C-84E2-4ADB-AAA0-99E9A3FE846E}" type="pres">
      <dgm:prSet presAssocID="{A0EF26CB-1DF6-46BC-B953-A4C2A5B321DA}" presName="iconBgRect" presStyleLbl="bgShp" presStyleIdx="2" presStyleCnt="5"/>
      <dgm:spPr/>
    </dgm:pt>
    <dgm:pt modelId="{D4C26C3E-A4CA-41E9-9642-B733B36796BE}" type="pres">
      <dgm:prSet presAssocID="{A0EF26CB-1DF6-46BC-B953-A4C2A5B321D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F91CD25A-A5F8-458E-8DE0-906B1A69A17F}" type="pres">
      <dgm:prSet presAssocID="{A0EF26CB-1DF6-46BC-B953-A4C2A5B321DA}" presName="spaceRect" presStyleCnt="0"/>
      <dgm:spPr/>
    </dgm:pt>
    <dgm:pt modelId="{5CBCCE7E-5311-4068-BCE2-5C9253663E82}" type="pres">
      <dgm:prSet presAssocID="{A0EF26CB-1DF6-46BC-B953-A4C2A5B321DA}" presName="textRect" presStyleLbl="revTx" presStyleIdx="2" presStyleCnt="5">
        <dgm:presLayoutVars>
          <dgm:chMax val="1"/>
          <dgm:chPref val="1"/>
        </dgm:presLayoutVars>
      </dgm:prSet>
      <dgm:spPr/>
    </dgm:pt>
    <dgm:pt modelId="{E22EFE0F-B010-4744-A99F-D806A17C1143}" type="pres">
      <dgm:prSet presAssocID="{AB63781E-4505-4726-B8B1-B9D5F291450F}" presName="sibTrans" presStyleCnt="0"/>
      <dgm:spPr/>
    </dgm:pt>
    <dgm:pt modelId="{914B7833-9095-4007-A3EA-E6C7BE8E7DB6}" type="pres">
      <dgm:prSet presAssocID="{F5C4E0D8-778C-45C2-BC4F-F39905B7395B}" presName="compNode" presStyleCnt="0"/>
      <dgm:spPr/>
    </dgm:pt>
    <dgm:pt modelId="{F4CC45D0-05F0-4502-9809-5E7FBB6490CE}" type="pres">
      <dgm:prSet presAssocID="{F5C4E0D8-778C-45C2-BC4F-F39905B7395B}" presName="iconBgRect" presStyleLbl="bgShp" presStyleIdx="3" presStyleCnt="5"/>
      <dgm:spPr/>
    </dgm:pt>
    <dgm:pt modelId="{658072B3-5A8E-4A47-8A28-682E5284D73A}" type="pres">
      <dgm:prSet presAssocID="{F5C4E0D8-778C-45C2-BC4F-F39905B7395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E6DF3D34-13E3-4621-9B51-20A6B59B5B5E}" type="pres">
      <dgm:prSet presAssocID="{F5C4E0D8-778C-45C2-BC4F-F39905B7395B}" presName="spaceRect" presStyleCnt="0"/>
      <dgm:spPr/>
    </dgm:pt>
    <dgm:pt modelId="{B6C7B817-45EA-4B27-894C-3A4499CD99B6}" type="pres">
      <dgm:prSet presAssocID="{F5C4E0D8-778C-45C2-BC4F-F39905B7395B}" presName="textRect" presStyleLbl="revTx" presStyleIdx="3" presStyleCnt="5">
        <dgm:presLayoutVars>
          <dgm:chMax val="1"/>
          <dgm:chPref val="1"/>
        </dgm:presLayoutVars>
      </dgm:prSet>
      <dgm:spPr/>
    </dgm:pt>
    <dgm:pt modelId="{59104D9D-F21A-4006-B6E7-53FE80E7041C}" type="pres">
      <dgm:prSet presAssocID="{4079BD56-532A-4953-A9D8-34AEB28E531A}" presName="sibTrans" presStyleCnt="0"/>
      <dgm:spPr/>
    </dgm:pt>
    <dgm:pt modelId="{ED647774-5C79-4C5B-B8F3-0B8ECDBBC8E5}" type="pres">
      <dgm:prSet presAssocID="{B7E60E02-6587-4CD2-A523-479DAAB12DB3}" presName="compNode" presStyleCnt="0"/>
      <dgm:spPr/>
    </dgm:pt>
    <dgm:pt modelId="{7D1C703B-7329-4C91-8043-3A0C2D98DC57}" type="pres">
      <dgm:prSet presAssocID="{B7E60E02-6587-4CD2-A523-479DAAB12DB3}" presName="iconBgRect" presStyleLbl="bgShp" presStyleIdx="4" presStyleCnt="5"/>
      <dgm:spPr/>
    </dgm:pt>
    <dgm:pt modelId="{2E5B6FBD-8F76-4D2E-B288-9A95EC33C299}" type="pres">
      <dgm:prSet presAssocID="{B7E60E02-6587-4CD2-A523-479DAAB12DB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E33743A7-72A8-42A9-8927-8E576AC25611}" type="pres">
      <dgm:prSet presAssocID="{B7E60E02-6587-4CD2-A523-479DAAB12DB3}" presName="spaceRect" presStyleCnt="0"/>
      <dgm:spPr/>
    </dgm:pt>
    <dgm:pt modelId="{2C24A0D1-04F1-4DAE-B694-CF17B9CB4710}" type="pres">
      <dgm:prSet presAssocID="{B7E60E02-6587-4CD2-A523-479DAAB12DB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689E390A-045E-40F2-9C11-9C684394EF12}" type="presOf" srcId="{B7E60E02-6587-4CD2-A523-479DAAB12DB3}" destId="{2C24A0D1-04F1-4DAE-B694-CF17B9CB4710}" srcOrd="0" destOrd="0" presId="urn:microsoft.com/office/officeart/2018/5/layout/IconCircleLabelList"/>
    <dgm:cxn modelId="{7701CD0D-EF2B-4210-ADDE-5163773D96EF}" type="presOf" srcId="{F5C4E0D8-778C-45C2-BC4F-F39905B7395B}" destId="{B6C7B817-45EA-4B27-894C-3A4499CD99B6}" srcOrd="0" destOrd="0" presId="urn:microsoft.com/office/officeart/2018/5/layout/IconCircleLabelList"/>
    <dgm:cxn modelId="{95683A1F-58BB-41E2-BE7B-6860746117C4}" type="presOf" srcId="{A0EF26CB-1DF6-46BC-B953-A4C2A5B321DA}" destId="{5CBCCE7E-5311-4068-BCE2-5C9253663E82}" srcOrd="0" destOrd="0" presId="urn:microsoft.com/office/officeart/2018/5/layout/IconCircleLabelList"/>
    <dgm:cxn modelId="{FF820B45-CE7B-4D2C-AE70-979EB1D0C5CB}" srcId="{6DB74BE3-087A-4C50-A46F-E192B5889780}" destId="{F5C4E0D8-778C-45C2-BC4F-F39905B7395B}" srcOrd="3" destOrd="0" parTransId="{A471DCB1-3F58-45FE-A917-D6B483BFF760}" sibTransId="{4079BD56-532A-4953-A9D8-34AEB28E531A}"/>
    <dgm:cxn modelId="{E5B0BE52-B481-4069-BFED-36827D5FCC8F}" srcId="{6DB74BE3-087A-4C50-A46F-E192B5889780}" destId="{6B62606C-4E62-47A1-9617-9B0AAD0C0D22}" srcOrd="0" destOrd="0" parTransId="{7463BA26-D3F0-4491-9FFB-17A73FB3F05F}" sibTransId="{D648B197-C636-452F-9A10-37AD15E86596}"/>
    <dgm:cxn modelId="{FBDF8391-4900-4824-B786-B69730B8C9F4}" srcId="{6DB74BE3-087A-4C50-A46F-E192B5889780}" destId="{B7E60E02-6587-4CD2-A523-479DAAB12DB3}" srcOrd="4" destOrd="0" parTransId="{C562CD96-C02C-459E-BAA9-6CA561CFAE00}" sibTransId="{81F6D9A7-B0A7-413D-A444-1C220A990F3B}"/>
    <dgm:cxn modelId="{42E3079F-C9BB-4745-BFC1-68CAB0BB61A2}" srcId="{6DB74BE3-087A-4C50-A46F-E192B5889780}" destId="{0ADE964B-7B8A-4A03-9B04-B55C87265331}" srcOrd="1" destOrd="0" parTransId="{00B72F23-C534-4650-8795-BB7AFB573A8D}" sibTransId="{541535A1-B2FA-4EE6-832C-9DFE7E8DED78}"/>
    <dgm:cxn modelId="{325E18C1-8AA8-4B5E-94A1-849C99D3F5B8}" srcId="{6DB74BE3-087A-4C50-A46F-E192B5889780}" destId="{A0EF26CB-1DF6-46BC-B953-A4C2A5B321DA}" srcOrd="2" destOrd="0" parTransId="{42A8BE3F-69D3-4212-9E64-77EBF109D701}" sibTransId="{AB63781E-4505-4726-B8B1-B9D5F291450F}"/>
    <dgm:cxn modelId="{002A97C8-154E-41CA-B493-A746EA2931A4}" type="presOf" srcId="{6B62606C-4E62-47A1-9617-9B0AAD0C0D22}" destId="{98B3A7BC-CE12-4C01-A7A4-7CE164F85A60}" srcOrd="0" destOrd="0" presId="urn:microsoft.com/office/officeart/2018/5/layout/IconCircleLabelList"/>
    <dgm:cxn modelId="{BAECB3E2-2E6C-46E0-8B89-EA9600EEDAFD}" type="presOf" srcId="{6DB74BE3-087A-4C50-A46F-E192B5889780}" destId="{46D82467-9410-4321-93BA-3CCCEC23A8F7}" srcOrd="0" destOrd="0" presId="urn:microsoft.com/office/officeart/2018/5/layout/IconCircleLabelList"/>
    <dgm:cxn modelId="{97D9DFE9-9204-4B88-A097-EB9244AC814A}" type="presOf" srcId="{0ADE964B-7B8A-4A03-9B04-B55C87265331}" destId="{C0D764EB-20EC-45A3-8A00-3B2CEE228C3F}" srcOrd="0" destOrd="0" presId="urn:microsoft.com/office/officeart/2018/5/layout/IconCircleLabelList"/>
    <dgm:cxn modelId="{A9DBC602-D5FC-4F28-B7C6-7A395222FDD0}" type="presParOf" srcId="{46D82467-9410-4321-93BA-3CCCEC23A8F7}" destId="{A73F3FE8-AABD-47C4-B628-9265947FC4C5}" srcOrd="0" destOrd="0" presId="urn:microsoft.com/office/officeart/2018/5/layout/IconCircleLabelList"/>
    <dgm:cxn modelId="{5CA62436-E8DD-4B19-BF94-0F0C99586970}" type="presParOf" srcId="{A73F3FE8-AABD-47C4-B628-9265947FC4C5}" destId="{1938B9B5-F902-481B-A60C-CEE0C28A440E}" srcOrd="0" destOrd="0" presId="urn:microsoft.com/office/officeart/2018/5/layout/IconCircleLabelList"/>
    <dgm:cxn modelId="{BC73B1F7-93CA-47B9-9B1B-C7B7760E097A}" type="presParOf" srcId="{A73F3FE8-AABD-47C4-B628-9265947FC4C5}" destId="{4F859425-8F24-4219-822B-D6A98270C939}" srcOrd="1" destOrd="0" presId="urn:microsoft.com/office/officeart/2018/5/layout/IconCircleLabelList"/>
    <dgm:cxn modelId="{DAE811E7-FDC2-4C99-A0B1-205C2B93C50E}" type="presParOf" srcId="{A73F3FE8-AABD-47C4-B628-9265947FC4C5}" destId="{F43B26F3-6FE4-426D-872D-39810DB61AAD}" srcOrd="2" destOrd="0" presId="urn:microsoft.com/office/officeart/2018/5/layout/IconCircleLabelList"/>
    <dgm:cxn modelId="{728B98C0-83AF-40A0-8BFE-B2364022BE2F}" type="presParOf" srcId="{A73F3FE8-AABD-47C4-B628-9265947FC4C5}" destId="{98B3A7BC-CE12-4C01-A7A4-7CE164F85A60}" srcOrd="3" destOrd="0" presId="urn:microsoft.com/office/officeart/2018/5/layout/IconCircleLabelList"/>
    <dgm:cxn modelId="{9E76C431-7A6C-44B3-824D-5564F1B7BFD7}" type="presParOf" srcId="{46D82467-9410-4321-93BA-3CCCEC23A8F7}" destId="{9EAFE28B-8A5E-4D47-B566-C65E4F2BE7B4}" srcOrd="1" destOrd="0" presId="urn:microsoft.com/office/officeart/2018/5/layout/IconCircleLabelList"/>
    <dgm:cxn modelId="{C8C92624-C04E-4A7B-A9D5-FCC7071801B6}" type="presParOf" srcId="{46D82467-9410-4321-93BA-3CCCEC23A8F7}" destId="{AA02C1E3-C5F8-41DE-AE0C-B68E3161A63A}" srcOrd="2" destOrd="0" presId="urn:microsoft.com/office/officeart/2018/5/layout/IconCircleLabelList"/>
    <dgm:cxn modelId="{585696E3-3215-459E-B3B6-4089A35281D5}" type="presParOf" srcId="{AA02C1E3-C5F8-41DE-AE0C-B68E3161A63A}" destId="{9A5ACAD1-B224-4D54-A593-AA84E80E4A50}" srcOrd="0" destOrd="0" presId="urn:microsoft.com/office/officeart/2018/5/layout/IconCircleLabelList"/>
    <dgm:cxn modelId="{90718B8F-2961-4CBF-A379-9648A8AF2FBB}" type="presParOf" srcId="{AA02C1E3-C5F8-41DE-AE0C-B68E3161A63A}" destId="{678F7AF5-4202-42CB-9B25-BE8E9A96BFA8}" srcOrd="1" destOrd="0" presId="urn:microsoft.com/office/officeart/2018/5/layout/IconCircleLabelList"/>
    <dgm:cxn modelId="{6EF79159-ED98-49D4-8055-94F3D34F9A91}" type="presParOf" srcId="{AA02C1E3-C5F8-41DE-AE0C-B68E3161A63A}" destId="{2FAC3E9D-B475-4607-88DE-5E7E0E69EF3D}" srcOrd="2" destOrd="0" presId="urn:microsoft.com/office/officeart/2018/5/layout/IconCircleLabelList"/>
    <dgm:cxn modelId="{65672994-9DC6-47F5-9FDA-47333DCC7186}" type="presParOf" srcId="{AA02C1E3-C5F8-41DE-AE0C-B68E3161A63A}" destId="{C0D764EB-20EC-45A3-8A00-3B2CEE228C3F}" srcOrd="3" destOrd="0" presId="urn:microsoft.com/office/officeart/2018/5/layout/IconCircleLabelList"/>
    <dgm:cxn modelId="{172718D0-F6E0-4D37-A523-937EA58C13F8}" type="presParOf" srcId="{46D82467-9410-4321-93BA-3CCCEC23A8F7}" destId="{5A72F1B2-AFF7-4ED8-9AA4-9D816EFBF3FA}" srcOrd="3" destOrd="0" presId="urn:microsoft.com/office/officeart/2018/5/layout/IconCircleLabelList"/>
    <dgm:cxn modelId="{3CBF2FDA-DA10-47B2-9156-957627DEDC5C}" type="presParOf" srcId="{46D82467-9410-4321-93BA-3CCCEC23A8F7}" destId="{2E3014A1-DAA3-4446-BF2C-7C49A0406ABA}" srcOrd="4" destOrd="0" presId="urn:microsoft.com/office/officeart/2018/5/layout/IconCircleLabelList"/>
    <dgm:cxn modelId="{533EFADC-FE59-4B75-959D-4C73B8D068C1}" type="presParOf" srcId="{2E3014A1-DAA3-4446-BF2C-7C49A0406ABA}" destId="{84FBA29C-84E2-4ADB-AAA0-99E9A3FE846E}" srcOrd="0" destOrd="0" presId="urn:microsoft.com/office/officeart/2018/5/layout/IconCircleLabelList"/>
    <dgm:cxn modelId="{3FA515A3-E828-427C-80BA-BF8C0E3E06F2}" type="presParOf" srcId="{2E3014A1-DAA3-4446-BF2C-7C49A0406ABA}" destId="{D4C26C3E-A4CA-41E9-9642-B733B36796BE}" srcOrd="1" destOrd="0" presId="urn:microsoft.com/office/officeart/2018/5/layout/IconCircleLabelList"/>
    <dgm:cxn modelId="{179374EA-C3B8-464A-B9E5-E1B4A3E3EB49}" type="presParOf" srcId="{2E3014A1-DAA3-4446-BF2C-7C49A0406ABA}" destId="{F91CD25A-A5F8-458E-8DE0-906B1A69A17F}" srcOrd="2" destOrd="0" presId="urn:microsoft.com/office/officeart/2018/5/layout/IconCircleLabelList"/>
    <dgm:cxn modelId="{38FC2752-C874-4A8D-8365-7299369259DD}" type="presParOf" srcId="{2E3014A1-DAA3-4446-BF2C-7C49A0406ABA}" destId="{5CBCCE7E-5311-4068-BCE2-5C9253663E82}" srcOrd="3" destOrd="0" presId="urn:microsoft.com/office/officeart/2018/5/layout/IconCircleLabelList"/>
    <dgm:cxn modelId="{0494AB02-1B73-439B-99AE-38E286388030}" type="presParOf" srcId="{46D82467-9410-4321-93BA-3CCCEC23A8F7}" destId="{E22EFE0F-B010-4744-A99F-D806A17C1143}" srcOrd="5" destOrd="0" presId="urn:microsoft.com/office/officeart/2018/5/layout/IconCircleLabelList"/>
    <dgm:cxn modelId="{1DD49EE3-8559-4C09-B8B8-4256159859B0}" type="presParOf" srcId="{46D82467-9410-4321-93BA-3CCCEC23A8F7}" destId="{914B7833-9095-4007-A3EA-E6C7BE8E7DB6}" srcOrd="6" destOrd="0" presId="urn:microsoft.com/office/officeart/2018/5/layout/IconCircleLabelList"/>
    <dgm:cxn modelId="{197FA344-8B06-4872-97B1-EB1444644F0B}" type="presParOf" srcId="{914B7833-9095-4007-A3EA-E6C7BE8E7DB6}" destId="{F4CC45D0-05F0-4502-9809-5E7FBB6490CE}" srcOrd="0" destOrd="0" presId="urn:microsoft.com/office/officeart/2018/5/layout/IconCircleLabelList"/>
    <dgm:cxn modelId="{1E038421-53FE-4561-B205-A24BF7543081}" type="presParOf" srcId="{914B7833-9095-4007-A3EA-E6C7BE8E7DB6}" destId="{658072B3-5A8E-4A47-8A28-682E5284D73A}" srcOrd="1" destOrd="0" presId="urn:microsoft.com/office/officeart/2018/5/layout/IconCircleLabelList"/>
    <dgm:cxn modelId="{8D294368-FBE8-4666-8F52-9CBBFA375F8B}" type="presParOf" srcId="{914B7833-9095-4007-A3EA-E6C7BE8E7DB6}" destId="{E6DF3D34-13E3-4621-9B51-20A6B59B5B5E}" srcOrd="2" destOrd="0" presId="urn:microsoft.com/office/officeart/2018/5/layout/IconCircleLabelList"/>
    <dgm:cxn modelId="{F17A0463-E23B-4AD3-970C-D6281023A31F}" type="presParOf" srcId="{914B7833-9095-4007-A3EA-E6C7BE8E7DB6}" destId="{B6C7B817-45EA-4B27-894C-3A4499CD99B6}" srcOrd="3" destOrd="0" presId="urn:microsoft.com/office/officeart/2018/5/layout/IconCircleLabelList"/>
    <dgm:cxn modelId="{C8669E8E-00C3-42F6-AAD1-F3473F92D35D}" type="presParOf" srcId="{46D82467-9410-4321-93BA-3CCCEC23A8F7}" destId="{59104D9D-F21A-4006-B6E7-53FE80E7041C}" srcOrd="7" destOrd="0" presId="urn:microsoft.com/office/officeart/2018/5/layout/IconCircleLabelList"/>
    <dgm:cxn modelId="{FD5DC663-0916-42A5-A963-4025D8F183DF}" type="presParOf" srcId="{46D82467-9410-4321-93BA-3CCCEC23A8F7}" destId="{ED647774-5C79-4C5B-B8F3-0B8ECDBBC8E5}" srcOrd="8" destOrd="0" presId="urn:microsoft.com/office/officeart/2018/5/layout/IconCircleLabelList"/>
    <dgm:cxn modelId="{8D4C0A63-BDBE-498C-A408-E5D896AB4692}" type="presParOf" srcId="{ED647774-5C79-4C5B-B8F3-0B8ECDBBC8E5}" destId="{7D1C703B-7329-4C91-8043-3A0C2D98DC57}" srcOrd="0" destOrd="0" presId="urn:microsoft.com/office/officeart/2018/5/layout/IconCircleLabelList"/>
    <dgm:cxn modelId="{7052C2C1-DA27-4BBF-93E0-CA7FA7CFEC70}" type="presParOf" srcId="{ED647774-5C79-4C5B-B8F3-0B8ECDBBC8E5}" destId="{2E5B6FBD-8F76-4D2E-B288-9A95EC33C299}" srcOrd="1" destOrd="0" presId="urn:microsoft.com/office/officeart/2018/5/layout/IconCircleLabelList"/>
    <dgm:cxn modelId="{0FF4ACED-CCF3-42BC-A82A-3E4C140A2C75}" type="presParOf" srcId="{ED647774-5C79-4C5B-B8F3-0B8ECDBBC8E5}" destId="{E33743A7-72A8-42A9-8927-8E576AC25611}" srcOrd="2" destOrd="0" presId="urn:microsoft.com/office/officeart/2018/5/layout/IconCircleLabelList"/>
    <dgm:cxn modelId="{E09A22AD-26C3-4BFB-A829-3340EA7EDC24}" type="presParOf" srcId="{ED647774-5C79-4C5B-B8F3-0B8ECDBBC8E5}" destId="{2C24A0D1-04F1-4DAE-B694-CF17B9CB471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867C90B-0B7D-4BAF-93D3-2AC0080886A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058BA04-A029-4580-A1A5-913D70D245F7}">
      <dgm:prSet/>
      <dgm:spPr/>
      <dgm:t>
        <a:bodyPr/>
        <a:lstStyle/>
        <a:p>
          <a:r>
            <a:rPr lang="en-US"/>
            <a:t>Software development teams</a:t>
          </a:r>
        </a:p>
      </dgm:t>
    </dgm:pt>
    <dgm:pt modelId="{96D04173-6AC9-46F5-A7EC-F39A5ED3CADC}" type="parTrans" cxnId="{04E6FA72-38C9-431E-B891-4DB250BF5A75}">
      <dgm:prSet/>
      <dgm:spPr/>
      <dgm:t>
        <a:bodyPr/>
        <a:lstStyle/>
        <a:p>
          <a:endParaRPr lang="en-US"/>
        </a:p>
      </dgm:t>
    </dgm:pt>
    <dgm:pt modelId="{44C58017-A6BB-4D8A-96A4-B7DFF09F8AAF}" type="sibTrans" cxnId="{04E6FA72-38C9-431E-B891-4DB250BF5A75}">
      <dgm:prSet/>
      <dgm:spPr/>
      <dgm:t>
        <a:bodyPr/>
        <a:lstStyle/>
        <a:p>
          <a:endParaRPr lang="en-US"/>
        </a:p>
      </dgm:t>
    </dgm:pt>
    <dgm:pt modelId="{DDC30973-CB5F-47D4-A50F-EAAE39D99C3D}">
      <dgm:prSet/>
      <dgm:spPr/>
      <dgm:t>
        <a:bodyPr/>
        <a:lstStyle/>
        <a:p>
          <a:r>
            <a:rPr lang="en-US"/>
            <a:t>Code review automation</a:t>
          </a:r>
        </a:p>
      </dgm:t>
    </dgm:pt>
    <dgm:pt modelId="{C8890C2E-5897-4DB7-8268-0A4FD666AD00}" type="parTrans" cxnId="{FB42CDB0-73A0-4E37-869B-2EA283046C38}">
      <dgm:prSet/>
      <dgm:spPr/>
      <dgm:t>
        <a:bodyPr/>
        <a:lstStyle/>
        <a:p>
          <a:endParaRPr lang="en-US"/>
        </a:p>
      </dgm:t>
    </dgm:pt>
    <dgm:pt modelId="{129D5106-65B9-4FCA-BD5E-6331864DA641}" type="sibTrans" cxnId="{FB42CDB0-73A0-4E37-869B-2EA283046C38}">
      <dgm:prSet/>
      <dgm:spPr/>
      <dgm:t>
        <a:bodyPr/>
        <a:lstStyle/>
        <a:p>
          <a:endParaRPr lang="en-US"/>
        </a:p>
      </dgm:t>
    </dgm:pt>
    <dgm:pt modelId="{A4BDEDD1-860F-4745-AB4E-05C49989C6AC}">
      <dgm:prSet/>
      <dgm:spPr/>
      <dgm:t>
        <a:bodyPr/>
        <a:lstStyle/>
        <a:p>
          <a:r>
            <a:rPr lang="en-US"/>
            <a:t>Secure application development</a:t>
          </a:r>
        </a:p>
      </dgm:t>
    </dgm:pt>
    <dgm:pt modelId="{AE21D3FC-5DD2-4BFE-89C6-511A122CF4A4}" type="parTrans" cxnId="{D8936879-E25C-4CAF-9147-CBBAD94DF9AF}">
      <dgm:prSet/>
      <dgm:spPr/>
      <dgm:t>
        <a:bodyPr/>
        <a:lstStyle/>
        <a:p>
          <a:endParaRPr lang="en-US"/>
        </a:p>
      </dgm:t>
    </dgm:pt>
    <dgm:pt modelId="{7A58560F-8BF9-41B4-9916-25E409DD31A0}" type="sibTrans" cxnId="{D8936879-E25C-4CAF-9147-CBBAD94DF9AF}">
      <dgm:prSet/>
      <dgm:spPr/>
      <dgm:t>
        <a:bodyPr/>
        <a:lstStyle/>
        <a:p>
          <a:endParaRPr lang="en-US"/>
        </a:p>
      </dgm:t>
    </dgm:pt>
    <dgm:pt modelId="{BEE43736-286D-4CD6-A562-66273C68E206}">
      <dgm:prSet/>
      <dgm:spPr/>
      <dgm:t>
        <a:bodyPr/>
        <a:lstStyle/>
        <a:p>
          <a:r>
            <a:rPr lang="en-US"/>
            <a:t>AI-assisted DevOps pipelines</a:t>
          </a:r>
        </a:p>
      </dgm:t>
    </dgm:pt>
    <dgm:pt modelId="{9BF97EEA-D171-4359-B2FD-12B47472EB76}" type="parTrans" cxnId="{A7CB2523-DAF6-4598-8ED6-B3CDAB0B4255}">
      <dgm:prSet/>
      <dgm:spPr/>
      <dgm:t>
        <a:bodyPr/>
        <a:lstStyle/>
        <a:p>
          <a:endParaRPr lang="en-US"/>
        </a:p>
      </dgm:t>
    </dgm:pt>
    <dgm:pt modelId="{91BDFC5C-D062-441B-B99C-8582D0CC5998}" type="sibTrans" cxnId="{A7CB2523-DAF6-4598-8ED6-B3CDAB0B4255}">
      <dgm:prSet/>
      <dgm:spPr/>
      <dgm:t>
        <a:bodyPr/>
        <a:lstStyle/>
        <a:p>
          <a:endParaRPr lang="en-US"/>
        </a:p>
      </dgm:t>
    </dgm:pt>
    <dgm:pt modelId="{035347A8-E188-47B6-BA34-A06984F83544}">
      <dgm:prSet/>
      <dgm:spPr/>
      <dgm:t>
        <a:bodyPr/>
        <a:lstStyle/>
        <a:p>
          <a:r>
            <a:rPr lang="en-US"/>
            <a:t>Educational platforms</a:t>
          </a:r>
        </a:p>
      </dgm:t>
    </dgm:pt>
    <dgm:pt modelId="{00BE41B1-D530-4D9F-A28E-F3D6BE76D036}" type="parTrans" cxnId="{6D46AB82-A733-4F30-8D86-9E0EE7A22CB4}">
      <dgm:prSet/>
      <dgm:spPr/>
      <dgm:t>
        <a:bodyPr/>
        <a:lstStyle/>
        <a:p>
          <a:endParaRPr lang="en-US"/>
        </a:p>
      </dgm:t>
    </dgm:pt>
    <dgm:pt modelId="{D06BE0A4-05D0-4BC0-BB8B-E8847BD8106D}" type="sibTrans" cxnId="{6D46AB82-A733-4F30-8D86-9E0EE7A22CB4}">
      <dgm:prSet/>
      <dgm:spPr/>
      <dgm:t>
        <a:bodyPr/>
        <a:lstStyle/>
        <a:p>
          <a:endParaRPr lang="en-US"/>
        </a:p>
      </dgm:t>
    </dgm:pt>
    <dgm:pt modelId="{8BC86B0C-B94D-4369-9FDD-C61E55F3D30A}" type="pres">
      <dgm:prSet presAssocID="{4867C90B-0B7D-4BAF-93D3-2AC0080886AC}" presName="root" presStyleCnt="0">
        <dgm:presLayoutVars>
          <dgm:dir/>
          <dgm:resizeHandles val="exact"/>
        </dgm:presLayoutVars>
      </dgm:prSet>
      <dgm:spPr/>
    </dgm:pt>
    <dgm:pt modelId="{3C40ABFE-8DA6-4627-9E7A-B91A8EE4A128}" type="pres">
      <dgm:prSet presAssocID="{B058BA04-A029-4580-A1A5-913D70D245F7}" presName="compNode" presStyleCnt="0"/>
      <dgm:spPr/>
    </dgm:pt>
    <dgm:pt modelId="{F415D82B-3115-4904-9C76-161A17E484E4}" type="pres">
      <dgm:prSet presAssocID="{B058BA04-A029-4580-A1A5-913D70D245F7}" presName="bgRect" presStyleLbl="bgShp" presStyleIdx="0" presStyleCnt="5"/>
      <dgm:spPr/>
    </dgm:pt>
    <dgm:pt modelId="{F2A5E595-D277-4865-B9DA-3F4BCB6C7650}" type="pres">
      <dgm:prSet presAssocID="{B058BA04-A029-4580-A1A5-913D70D245F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5F5E429-502A-4429-9D79-E26F6E5B0B56}" type="pres">
      <dgm:prSet presAssocID="{B058BA04-A029-4580-A1A5-913D70D245F7}" presName="spaceRect" presStyleCnt="0"/>
      <dgm:spPr/>
    </dgm:pt>
    <dgm:pt modelId="{D0B6A14B-51AC-45A1-B73B-282BC1032F07}" type="pres">
      <dgm:prSet presAssocID="{B058BA04-A029-4580-A1A5-913D70D245F7}" presName="parTx" presStyleLbl="revTx" presStyleIdx="0" presStyleCnt="5">
        <dgm:presLayoutVars>
          <dgm:chMax val="0"/>
          <dgm:chPref val="0"/>
        </dgm:presLayoutVars>
      </dgm:prSet>
      <dgm:spPr/>
    </dgm:pt>
    <dgm:pt modelId="{3921150B-3875-4C40-BD1C-A75BEEF6E28A}" type="pres">
      <dgm:prSet presAssocID="{44C58017-A6BB-4D8A-96A4-B7DFF09F8AAF}" presName="sibTrans" presStyleCnt="0"/>
      <dgm:spPr/>
    </dgm:pt>
    <dgm:pt modelId="{D04FF690-507C-4702-97D6-12A2239E01AC}" type="pres">
      <dgm:prSet presAssocID="{DDC30973-CB5F-47D4-A50F-EAAE39D99C3D}" presName="compNode" presStyleCnt="0"/>
      <dgm:spPr/>
    </dgm:pt>
    <dgm:pt modelId="{7678DC38-31C5-423B-86C9-E34FAD0FFB12}" type="pres">
      <dgm:prSet presAssocID="{DDC30973-CB5F-47D4-A50F-EAAE39D99C3D}" presName="bgRect" presStyleLbl="bgShp" presStyleIdx="1" presStyleCnt="5"/>
      <dgm:spPr/>
    </dgm:pt>
    <dgm:pt modelId="{8F16071D-D7D6-4E52-97F4-747E595B34BA}" type="pres">
      <dgm:prSet presAssocID="{DDC30973-CB5F-47D4-A50F-EAAE39D99C3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6D8F956-3CFA-4794-8A53-FC72A498CE62}" type="pres">
      <dgm:prSet presAssocID="{DDC30973-CB5F-47D4-A50F-EAAE39D99C3D}" presName="spaceRect" presStyleCnt="0"/>
      <dgm:spPr/>
    </dgm:pt>
    <dgm:pt modelId="{DE602868-5AE5-45B2-AF48-E08795C430C4}" type="pres">
      <dgm:prSet presAssocID="{DDC30973-CB5F-47D4-A50F-EAAE39D99C3D}" presName="parTx" presStyleLbl="revTx" presStyleIdx="1" presStyleCnt="5">
        <dgm:presLayoutVars>
          <dgm:chMax val="0"/>
          <dgm:chPref val="0"/>
        </dgm:presLayoutVars>
      </dgm:prSet>
      <dgm:spPr/>
    </dgm:pt>
    <dgm:pt modelId="{6A8678E7-754F-4572-8BF8-E04E2874B2E9}" type="pres">
      <dgm:prSet presAssocID="{129D5106-65B9-4FCA-BD5E-6331864DA641}" presName="sibTrans" presStyleCnt="0"/>
      <dgm:spPr/>
    </dgm:pt>
    <dgm:pt modelId="{F4D07631-5107-4F42-9A58-866DC7AB3B44}" type="pres">
      <dgm:prSet presAssocID="{A4BDEDD1-860F-4745-AB4E-05C49989C6AC}" presName="compNode" presStyleCnt="0"/>
      <dgm:spPr/>
    </dgm:pt>
    <dgm:pt modelId="{730BC2AF-21B5-419A-B897-DCE73C6D1ADC}" type="pres">
      <dgm:prSet presAssocID="{A4BDEDD1-860F-4745-AB4E-05C49989C6AC}" presName="bgRect" presStyleLbl="bgShp" presStyleIdx="2" presStyleCnt="5"/>
      <dgm:spPr/>
    </dgm:pt>
    <dgm:pt modelId="{11DBD2B0-E5C1-4B79-BC37-2D61C9724F42}" type="pres">
      <dgm:prSet presAssocID="{A4BDEDD1-860F-4745-AB4E-05C49989C6A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430831C3-88C0-4DBB-9B60-63048944429A}" type="pres">
      <dgm:prSet presAssocID="{A4BDEDD1-860F-4745-AB4E-05C49989C6AC}" presName="spaceRect" presStyleCnt="0"/>
      <dgm:spPr/>
    </dgm:pt>
    <dgm:pt modelId="{508F18FB-E1F4-4B04-A7F1-9362D30A5025}" type="pres">
      <dgm:prSet presAssocID="{A4BDEDD1-860F-4745-AB4E-05C49989C6AC}" presName="parTx" presStyleLbl="revTx" presStyleIdx="2" presStyleCnt="5">
        <dgm:presLayoutVars>
          <dgm:chMax val="0"/>
          <dgm:chPref val="0"/>
        </dgm:presLayoutVars>
      </dgm:prSet>
      <dgm:spPr/>
    </dgm:pt>
    <dgm:pt modelId="{5C0289DF-3679-4E3A-ACE4-F5F9017B61A7}" type="pres">
      <dgm:prSet presAssocID="{7A58560F-8BF9-41B4-9916-25E409DD31A0}" presName="sibTrans" presStyleCnt="0"/>
      <dgm:spPr/>
    </dgm:pt>
    <dgm:pt modelId="{351E6625-0E7C-4BD2-8E14-D40E2B796838}" type="pres">
      <dgm:prSet presAssocID="{BEE43736-286D-4CD6-A562-66273C68E206}" presName="compNode" presStyleCnt="0"/>
      <dgm:spPr/>
    </dgm:pt>
    <dgm:pt modelId="{1075DD3D-2BCC-4CE6-97EB-937A6CAC05B9}" type="pres">
      <dgm:prSet presAssocID="{BEE43736-286D-4CD6-A562-66273C68E206}" presName="bgRect" presStyleLbl="bgShp" presStyleIdx="3" presStyleCnt="5"/>
      <dgm:spPr/>
    </dgm:pt>
    <dgm:pt modelId="{CF80021F-2BFC-4D08-969E-E62544F69F5C}" type="pres">
      <dgm:prSet presAssocID="{BEE43736-286D-4CD6-A562-66273C68E20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D4644EE-5222-49AF-AA3E-62CC437D081C}" type="pres">
      <dgm:prSet presAssocID="{BEE43736-286D-4CD6-A562-66273C68E206}" presName="spaceRect" presStyleCnt="0"/>
      <dgm:spPr/>
    </dgm:pt>
    <dgm:pt modelId="{50D6AC0C-FD79-4F9B-BC26-D6A3A7AD913F}" type="pres">
      <dgm:prSet presAssocID="{BEE43736-286D-4CD6-A562-66273C68E206}" presName="parTx" presStyleLbl="revTx" presStyleIdx="3" presStyleCnt="5">
        <dgm:presLayoutVars>
          <dgm:chMax val="0"/>
          <dgm:chPref val="0"/>
        </dgm:presLayoutVars>
      </dgm:prSet>
      <dgm:spPr/>
    </dgm:pt>
    <dgm:pt modelId="{EED68378-B067-4EEA-A1D1-5AA87F3177F2}" type="pres">
      <dgm:prSet presAssocID="{91BDFC5C-D062-441B-B99C-8582D0CC5998}" presName="sibTrans" presStyleCnt="0"/>
      <dgm:spPr/>
    </dgm:pt>
    <dgm:pt modelId="{1E08BBE9-5486-4CD1-B780-A693D21C10E0}" type="pres">
      <dgm:prSet presAssocID="{035347A8-E188-47B6-BA34-A06984F83544}" presName="compNode" presStyleCnt="0"/>
      <dgm:spPr/>
    </dgm:pt>
    <dgm:pt modelId="{7B5B4D3C-728C-4836-9A97-607FB291B024}" type="pres">
      <dgm:prSet presAssocID="{035347A8-E188-47B6-BA34-A06984F83544}" presName="bgRect" presStyleLbl="bgShp" presStyleIdx="4" presStyleCnt="5"/>
      <dgm:spPr/>
    </dgm:pt>
    <dgm:pt modelId="{899D79FE-F36F-434B-8D10-CF3BBA03B9F5}" type="pres">
      <dgm:prSet presAssocID="{035347A8-E188-47B6-BA34-A06984F83544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7C1754DF-0031-4EB7-9656-C35FCBF61A46}" type="pres">
      <dgm:prSet presAssocID="{035347A8-E188-47B6-BA34-A06984F83544}" presName="spaceRect" presStyleCnt="0"/>
      <dgm:spPr/>
    </dgm:pt>
    <dgm:pt modelId="{AEDF066D-28D8-4AEE-A457-DBC3FC9B3088}" type="pres">
      <dgm:prSet presAssocID="{035347A8-E188-47B6-BA34-A06984F83544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9485E05-8509-4A13-9203-1638246B8F46}" type="presOf" srcId="{A4BDEDD1-860F-4745-AB4E-05C49989C6AC}" destId="{508F18FB-E1F4-4B04-A7F1-9362D30A5025}" srcOrd="0" destOrd="0" presId="urn:microsoft.com/office/officeart/2018/2/layout/IconVerticalSolidList"/>
    <dgm:cxn modelId="{1749B615-D75D-4FC9-8DF2-6D1C7CE69D7E}" type="presOf" srcId="{4867C90B-0B7D-4BAF-93D3-2AC0080886AC}" destId="{8BC86B0C-B94D-4369-9FDD-C61E55F3D30A}" srcOrd="0" destOrd="0" presId="urn:microsoft.com/office/officeart/2018/2/layout/IconVerticalSolidList"/>
    <dgm:cxn modelId="{25187920-0480-4008-9583-C4CBE3960734}" type="presOf" srcId="{DDC30973-CB5F-47D4-A50F-EAAE39D99C3D}" destId="{DE602868-5AE5-45B2-AF48-E08795C430C4}" srcOrd="0" destOrd="0" presId="urn:microsoft.com/office/officeart/2018/2/layout/IconVerticalSolidList"/>
    <dgm:cxn modelId="{A7CB2523-DAF6-4598-8ED6-B3CDAB0B4255}" srcId="{4867C90B-0B7D-4BAF-93D3-2AC0080886AC}" destId="{BEE43736-286D-4CD6-A562-66273C68E206}" srcOrd="3" destOrd="0" parTransId="{9BF97EEA-D171-4359-B2FD-12B47472EB76}" sibTransId="{91BDFC5C-D062-441B-B99C-8582D0CC5998}"/>
    <dgm:cxn modelId="{763ADD27-6451-40D5-BDA9-9E08B301EBB8}" type="presOf" srcId="{B058BA04-A029-4580-A1A5-913D70D245F7}" destId="{D0B6A14B-51AC-45A1-B73B-282BC1032F07}" srcOrd="0" destOrd="0" presId="urn:microsoft.com/office/officeart/2018/2/layout/IconVerticalSolidList"/>
    <dgm:cxn modelId="{04345065-24E9-4A13-8F12-23233D0BD73E}" type="presOf" srcId="{BEE43736-286D-4CD6-A562-66273C68E206}" destId="{50D6AC0C-FD79-4F9B-BC26-D6A3A7AD913F}" srcOrd="0" destOrd="0" presId="urn:microsoft.com/office/officeart/2018/2/layout/IconVerticalSolidList"/>
    <dgm:cxn modelId="{04E6FA72-38C9-431E-B891-4DB250BF5A75}" srcId="{4867C90B-0B7D-4BAF-93D3-2AC0080886AC}" destId="{B058BA04-A029-4580-A1A5-913D70D245F7}" srcOrd="0" destOrd="0" parTransId="{96D04173-6AC9-46F5-A7EC-F39A5ED3CADC}" sibTransId="{44C58017-A6BB-4D8A-96A4-B7DFF09F8AAF}"/>
    <dgm:cxn modelId="{D8936879-E25C-4CAF-9147-CBBAD94DF9AF}" srcId="{4867C90B-0B7D-4BAF-93D3-2AC0080886AC}" destId="{A4BDEDD1-860F-4745-AB4E-05C49989C6AC}" srcOrd="2" destOrd="0" parTransId="{AE21D3FC-5DD2-4BFE-89C6-511A122CF4A4}" sibTransId="{7A58560F-8BF9-41B4-9916-25E409DD31A0}"/>
    <dgm:cxn modelId="{6D46AB82-A733-4F30-8D86-9E0EE7A22CB4}" srcId="{4867C90B-0B7D-4BAF-93D3-2AC0080886AC}" destId="{035347A8-E188-47B6-BA34-A06984F83544}" srcOrd="4" destOrd="0" parTransId="{00BE41B1-D530-4D9F-A28E-F3D6BE76D036}" sibTransId="{D06BE0A4-05D0-4BC0-BB8B-E8847BD8106D}"/>
    <dgm:cxn modelId="{F070039A-8D9F-4356-8929-41995A75078E}" type="presOf" srcId="{035347A8-E188-47B6-BA34-A06984F83544}" destId="{AEDF066D-28D8-4AEE-A457-DBC3FC9B3088}" srcOrd="0" destOrd="0" presId="urn:microsoft.com/office/officeart/2018/2/layout/IconVerticalSolidList"/>
    <dgm:cxn modelId="{FB42CDB0-73A0-4E37-869B-2EA283046C38}" srcId="{4867C90B-0B7D-4BAF-93D3-2AC0080886AC}" destId="{DDC30973-CB5F-47D4-A50F-EAAE39D99C3D}" srcOrd="1" destOrd="0" parTransId="{C8890C2E-5897-4DB7-8268-0A4FD666AD00}" sibTransId="{129D5106-65B9-4FCA-BD5E-6331864DA641}"/>
    <dgm:cxn modelId="{0AAAB3E4-200D-4374-9F7F-B3E67DEE92FB}" type="presParOf" srcId="{8BC86B0C-B94D-4369-9FDD-C61E55F3D30A}" destId="{3C40ABFE-8DA6-4627-9E7A-B91A8EE4A128}" srcOrd="0" destOrd="0" presId="urn:microsoft.com/office/officeart/2018/2/layout/IconVerticalSolidList"/>
    <dgm:cxn modelId="{E8EDA61A-192B-4C94-A669-29D5B3ED2088}" type="presParOf" srcId="{3C40ABFE-8DA6-4627-9E7A-B91A8EE4A128}" destId="{F415D82B-3115-4904-9C76-161A17E484E4}" srcOrd="0" destOrd="0" presId="urn:microsoft.com/office/officeart/2018/2/layout/IconVerticalSolidList"/>
    <dgm:cxn modelId="{7BBF6041-7752-40C8-8873-FB81131B9243}" type="presParOf" srcId="{3C40ABFE-8DA6-4627-9E7A-B91A8EE4A128}" destId="{F2A5E595-D277-4865-B9DA-3F4BCB6C7650}" srcOrd="1" destOrd="0" presId="urn:microsoft.com/office/officeart/2018/2/layout/IconVerticalSolidList"/>
    <dgm:cxn modelId="{902C6716-609A-4DDE-91E7-EF24E85401A5}" type="presParOf" srcId="{3C40ABFE-8DA6-4627-9E7A-B91A8EE4A128}" destId="{E5F5E429-502A-4429-9D79-E26F6E5B0B56}" srcOrd="2" destOrd="0" presId="urn:microsoft.com/office/officeart/2018/2/layout/IconVerticalSolidList"/>
    <dgm:cxn modelId="{4E1A1060-6EDC-4F84-AEE1-BE6313B03C2C}" type="presParOf" srcId="{3C40ABFE-8DA6-4627-9E7A-B91A8EE4A128}" destId="{D0B6A14B-51AC-45A1-B73B-282BC1032F07}" srcOrd="3" destOrd="0" presId="urn:microsoft.com/office/officeart/2018/2/layout/IconVerticalSolidList"/>
    <dgm:cxn modelId="{FA54FFF8-64C4-424A-92C1-6CBD6461C785}" type="presParOf" srcId="{8BC86B0C-B94D-4369-9FDD-C61E55F3D30A}" destId="{3921150B-3875-4C40-BD1C-A75BEEF6E28A}" srcOrd="1" destOrd="0" presId="urn:microsoft.com/office/officeart/2018/2/layout/IconVerticalSolidList"/>
    <dgm:cxn modelId="{9C5E27FC-9673-4272-9DD3-878406AAF4E3}" type="presParOf" srcId="{8BC86B0C-B94D-4369-9FDD-C61E55F3D30A}" destId="{D04FF690-507C-4702-97D6-12A2239E01AC}" srcOrd="2" destOrd="0" presId="urn:microsoft.com/office/officeart/2018/2/layout/IconVerticalSolidList"/>
    <dgm:cxn modelId="{2608B50D-C48B-41DF-AD86-06751DCF2A2B}" type="presParOf" srcId="{D04FF690-507C-4702-97D6-12A2239E01AC}" destId="{7678DC38-31C5-423B-86C9-E34FAD0FFB12}" srcOrd="0" destOrd="0" presId="urn:microsoft.com/office/officeart/2018/2/layout/IconVerticalSolidList"/>
    <dgm:cxn modelId="{19A43321-A6EC-4B75-AD1D-00788883A786}" type="presParOf" srcId="{D04FF690-507C-4702-97D6-12A2239E01AC}" destId="{8F16071D-D7D6-4E52-97F4-747E595B34BA}" srcOrd="1" destOrd="0" presId="urn:microsoft.com/office/officeart/2018/2/layout/IconVerticalSolidList"/>
    <dgm:cxn modelId="{451A0B78-5178-4162-8788-9ED051D40896}" type="presParOf" srcId="{D04FF690-507C-4702-97D6-12A2239E01AC}" destId="{86D8F956-3CFA-4794-8A53-FC72A498CE62}" srcOrd="2" destOrd="0" presId="urn:microsoft.com/office/officeart/2018/2/layout/IconVerticalSolidList"/>
    <dgm:cxn modelId="{146FB311-5DB0-4BFB-8E37-108C9C85C8C1}" type="presParOf" srcId="{D04FF690-507C-4702-97D6-12A2239E01AC}" destId="{DE602868-5AE5-45B2-AF48-E08795C430C4}" srcOrd="3" destOrd="0" presId="urn:microsoft.com/office/officeart/2018/2/layout/IconVerticalSolidList"/>
    <dgm:cxn modelId="{26AC6500-7C3C-4D40-B954-D6B07AFAAACB}" type="presParOf" srcId="{8BC86B0C-B94D-4369-9FDD-C61E55F3D30A}" destId="{6A8678E7-754F-4572-8BF8-E04E2874B2E9}" srcOrd="3" destOrd="0" presId="urn:microsoft.com/office/officeart/2018/2/layout/IconVerticalSolidList"/>
    <dgm:cxn modelId="{2DA5DA7C-BD52-409B-9AFF-E91921A7053A}" type="presParOf" srcId="{8BC86B0C-B94D-4369-9FDD-C61E55F3D30A}" destId="{F4D07631-5107-4F42-9A58-866DC7AB3B44}" srcOrd="4" destOrd="0" presId="urn:microsoft.com/office/officeart/2018/2/layout/IconVerticalSolidList"/>
    <dgm:cxn modelId="{D8C235C7-1E9A-4D1A-AE88-D55634C81FC2}" type="presParOf" srcId="{F4D07631-5107-4F42-9A58-866DC7AB3B44}" destId="{730BC2AF-21B5-419A-B897-DCE73C6D1ADC}" srcOrd="0" destOrd="0" presId="urn:microsoft.com/office/officeart/2018/2/layout/IconVerticalSolidList"/>
    <dgm:cxn modelId="{5CCD6C72-15DF-4B7A-A27A-D0FF8A7BA9FE}" type="presParOf" srcId="{F4D07631-5107-4F42-9A58-866DC7AB3B44}" destId="{11DBD2B0-E5C1-4B79-BC37-2D61C9724F42}" srcOrd="1" destOrd="0" presId="urn:microsoft.com/office/officeart/2018/2/layout/IconVerticalSolidList"/>
    <dgm:cxn modelId="{D19C84BC-3465-42D1-85C9-2F0DC1156DFE}" type="presParOf" srcId="{F4D07631-5107-4F42-9A58-866DC7AB3B44}" destId="{430831C3-88C0-4DBB-9B60-63048944429A}" srcOrd="2" destOrd="0" presId="urn:microsoft.com/office/officeart/2018/2/layout/IconVerticalSolidList"/>
    <dgm:cxn modelId="{81D1B8EE-8A8D-49C1-A71E-7747B66D3793}" type="presParOf" srcId="{F4D07631-5107-4F42-9A58-866DC7AB3B44}" destId="{508F18FB-E1F4-4B04-A7F1-9362D30A5025}" srcOrd="3" destOrd="0" presId="urn:microsoft.com/office/officeart/2018/2/layout/IconVerticalSolidList"/>
    <dgm:cxn modelId="{BCBB0BD4-C998-46A4-A7A4-F0F4278494FC}" type="presParOf" srcId="{8BC86B0C-B94D-4369-9FDD-C61E55F3D30A}" destId="{5C0289DF-3679-4E3A-ACE4-F5F9017B61A7}" srcOrd="5" destOrd="0" presId="urn:microsoft.com/office/officeart/2018/2/layout/IconVerticalSolidList"/>
    <dgm:cxn modelId="{33AD318C-0C2A-4EE2-875E-7730C72DC44E}" type="presParOf" srcId="{8BC86B0C-B94D-4369-9FDD-C61E55F3D30A}" destId="{351E6625-0E7C-4BD2-8E14-D40E2B796838}" srcOrd="6" destOrd="0" presId="urn:microsoft.com/office/officeart/2018/2/layout/IconVerticalSolidList"/>
    <dgm:cxn modelId="{59B5CFC4-6855-41D7-A4C7-EFE8712EEBB0}" type="presParOf" srcId="{351E6625-0E7C-4BD2-8E14-D40E2B796838}" destId="{1075DD3D-2BCC-4CE6-97EB-937A6CAC05B9}" srcOrd="0" destOrd="0" presId="urn:microsoft.com/office/officeart/2018/2/layout/IconVerticalSolidList"/>
    <dgm:cxn modelId="{57829789-5600-4F32-8FC9-B988EA437A08}" type="presParOf" srcId="{351E6625-0E7C-4BD2-8E14-D40E2B796838}" destId="{CF80021F-2BFC-4D08-969E-E62544F69F5C}" srcOrd="1" destOrd="0" presId="urn:microsoft.com/office/officeart/2018/2/layout/IconVerticalSolidList"/>
    <dgm:cxn modelId="{6485D856-602F-44C7-A215-D00C07C6244C}" type="presParOf" srcId="{351E6625-0E7C-4BD2-8E14-D40E2B796838}" destId="{2D4644EE-5222-49AF-AA3E-62CC437D081C}" srcOrd="2" destOrd="0" presId="urn:microsoft.com/office/officeart/2018/2/layout/IconVerticalSolidList"/>
    <dgm:cxn modelId="{05BFDE9B-AF93-4967-B8EE-06E10E1F3A10}" type="presParOf" srcId="{351E6625-0E7C-4BD2-8E14-D40E2B796838}" destId="{50D6AC0C-FD79-4F9B-BC26-D6A3A7AD913F}" srcOrd="3" destOrd="0" presId="urn:microsoft.com/office/officeart/2018/2/layout/IconVerticalSolidList"/>
    <dgm:cxn modelId="{8B10C45F-C771-4541-92A7-D56450CE82D5}" type="presParOf" srcId="{8BC86B0C-B94D-4369-9FDD-C61E55F3D30A}" destId="{EED68378-B067-4EEA-A1D1-5AA87F3177F2}" srcOrd="7" destOrd="0" presId="urn:microsoft.com/office/officeart/2018/2/layout/IconVerticalSolidList"/>
    <dgm:cxn modelId="{C35639C2-D7A6-41F7-B9F3-83B35641C502}" type="presParOf" srcId="{8BC86B0C-B94D-4369-9FDD-C61E55F3D30A}" destId="{1E08BBE9-5486-4CD1-B780-A693D21C10E0}" srcOrd="8" destOrd="0" presId="urn:microsoft.com/office/officeart/2018/2/layout/IconVerticalSolidList"/>
    <dgm:cxn modelId="{B5A9DF22-591D-4F8C-94FD-97A539A661E7}" type="presParOf" srcId="{1E08BBE9-5486-4CD1-B780-A693D21C10E0}" destId="{7B5B4D3C-728C-4836-9A97-607FB291B024}" srcOrd="0" destOrd="0" presId="urn:microsoft.com/office/officeart/2018/2/layout/IconVerticalSolidList"/>
    <dgm:cxn modelId="{F1FD726E-2B6C-4357-AF9E-476B4F2F1864}" type="presParOf" srcId="{1E08BBE9-5486-4CD1-B780-A693D21C10E0}" destId="{899D79FE-F36F-434B-8D10-CF3BBA03B9F5}" srcOrd="1" destOrd="0" presId="urn:microsoft.com/office/officeart/2018/2/layout/IconVerticalSolidList"/>
    <dgm:cxn modelId="{50B7011F-0A0B-4AC5-BFCB-E96DF3B23707}" type="presParOf" srcId="{1E08BBE9-5486-4CD1-B780-A693D21C10E0}" destId="{7C1754DF-0031-4EB7-9656-C35FCBF61A46}" srcOrd="2" destOrd="0" presId="urn:microsoft.com/office/officeart/2018/2/layout/IconVerticalSolidList"/>
    <dgm:cxn modelId="{008390DF-60C3-42C5-94BF-A001FF143997}" type="presParOf" srcId="{1E08BBE9-5486-4CD1-B780-A693D21C10E0}" destId="{AEDF066D-28D8-4AEE-A457-DBC3FC9B30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E75C022-E6C4-4419-8ADF-D5F97BC7E87D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739325E-DE7E-4EEA-91A1-7FFA9BF8B7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Agentic Code Studio automates core software engineering tasks</a:t>
          </a:r>
        </a:p>
      </dgm:t>
    </dgm:pt>
    <dgm:pt modelId="{29D3E174-F721-4F0E-9B3D-5DF48F9B8B20}" type="parTrans" cxnId="{9D0B7198-239E-4595-B6D4-83720F4F9F61}">
      <dgm:prSet/>
      <dgm:spPr/>
      <dgm:t>
        <a:bodyPr/>
        <a:lstStyle/>
        <a:p>
          <a:endParaRPr lang="en-US"/>
        </a:p>
      </dgm:t>
    </dgm:pt>
    <dgm:pt modelId="{63DE4D0D-72B1-4282-BB93-92116D53AD05}" type="sibTrans" cxnId="{9D0B7198-239E-4595-B6D4-83720F4F9F6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B17EC0-54B5-4D7C-AF12-56FDC6FA89A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Multi-agent collaboration improves reliability</a:t>
          </a:r>
        </a:p>
      </dgm:t>
    </dgm:pt>
    <dgm:pt modelId="{2FA296EE-592B-4297-AC04-B54DBF77A9AC}" type="parTrans" cxnId="{64587243-5BD9-41F2-9202-CE0F65FD04ED}">
      <dgm:prSet/>
      <dgm:spPr/>
      <dgm:t>
        <a:bodyPr/>
        <a:lstStyle/>
        <a:p>
          <a:endParaRPr lang="en-US"/>
        </a:p>
      </dgm:t>
    </dgm:pt>
    <dgm:pt modelId="{896DE577-8DD4-4ADF-9007-40A978E2958E}" type="sibTrans" cxnId="{64587243-5BD9-41F2-9202-CE0F65FD04E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A095E59-06B2-46CB-A856-3313F61422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Reduces human effort and improves productivity</a:t>
          </a:r>
        </a:p>
      </dgm:t>
    </dgm:pt>
    <dgm:pt modelId="{BC6E465E-9FC4-440B-8AE4-1CDEFAC2448B}" type="parTrans" cxnId="{D6450395-B241-4EB3-84A0-65ED994DE85F}">
      <dgm:prSet/>
      <dgm:spPr/>
      <dgm:t>
        <a:bodyPr/>
        <a:lstStyle/>
        <a:p>
          <a:endParaRPr lang="en-US"/>
        </a:p>
      </dgm:t>
    </dgm:pt>
    <dgm:pt modelId="{9A332051-28FD-4F64-843E-CC13E8D32606}" type="sibTrans" cxnId="{D6450395-B241-4EB3-84A0-65ED994DE85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93DA3B4-0489-412A-8F32-12B2183D37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Represents the future of AI-assisted software development</a:t>
          </a:r>
        </a:p>
      </dgm:t>
    </dgm:pt>
    <dgm:pt modelId="{00724F96-E849-4836-B7FF-BF075344D6CA}" type="parTrans" cxnId="{61718982-CB93-429A-BA5E-987D5973E41B}">
      <dgm:prSet/>
      <dgm:spPr/>
      <dgm:t>
        <a:bodyPr/>
        <a:lstStyle/>
        <a:p>
          <a:endParaRPr lang="en-US"/>
        </a:p>
      </dgm:t>
    </dgm:pt>
    <dgm:pt modelId="{A859EF0B-6C65-445F-83C4-5F521F118670}" type="sibTrans" cxnId="{61718982-CB93-429A-BA5E-987D5973E41B}">
      <dgm:prSet/>
      <dgm:spPr/>
      <dgm:t>
        <a:bodyPr/>
        <a:lstStyle/>
        <a:p>
          <a:endParaRPr lang="en-US"/>
        </a:p>
      </dgm:t>
    </dgm:pt>
    <dgm:pt modelId="{F2147980-5C2B-46F9-A182-C310CB8F95E9}" type="pres">
      <dgm:prSet presAssocID="{AE75C022-E6C4-4419-8ADF-D5F97BC7E87D}" presName="root" presStyleCnt="0">
        <dgm:presLayoutVars>
          <dgm:dir/>
          <dgm:resizeHandles val="exact"/>
        </dgm:presLayoutVars>
      </dgm:prSet>
      <dgm:spPr/>
    </dgm:pt>
    <dgm:pt modelId="{2C0F4E02-3B74-4238-9E7E-5E996E6CBF16}" type="pres">
      <dgm:prSet presAssocID="{AE75C022-E6C4-4419-8ADF-D5F97BC7E87D}" presName="container" presStyleCnt="0">
        <dgm:presLayoutVars>
          <dgm:dir/>
          <dgm:resizeHandles val="exact"/>
        </dgm:presLayoutVars>
      </dgm:prSet>
      <dgm:spPr/>
    </dgm:pt>
    <dgm:pt modelId="{7BA6ED33-1C44-464C-96A0-2E704463D56D}" type="pres">
      <dgm:prSet presAssocID="{F739325E-DE7E-4EEA-91A1-7FFA9BF8B7C3}" presName="compNode" presStyleCnt="0"/>
      <dgm:spPr/>
    </dgm:pt>
    <dgm:pt modelId="{72F0C627-F875-4248-812B-E2CCFF8028B7}" type="pres">
      <dgm:prSet presAssocID="{F739325E-DE7E-4EEA-91A1-7FFA9BF8B7C3}" presName="iconBgRect" presStyleLbl="bgShp" presStyleIdx="0" presStyleCnt="4"/>
      <dgm:spPr/>
    </dgm:pt>
    <dgm:pt modelId="{7FD3D1F5-D739-49B8-9EDC-B3837635B402}" type="pres">
      <dgm:prSet presAssocID="{F739325E-DE7E-4EEA-91A1-7FFA9BF8B7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646C977-1BCB-49ED-97EF-B98C80386B68}" type="pres">
      <dgm:prSet presAssocID="{F739325E-DE7E-4EEA-91A1-7FFA9BF8B7C3}" presName="spaceRect" presStyleCnt="0"/>
      <dgm:spPr/>
    </dgm:pt>
    <dgm:pt modelId="{40DC3F27-0DBF-444D-B613-8A295E6B78AC}" type="pres">
      <dgm:prSet presAssocID="{F739325E-DE7E-4EEA-91A1-7FFA9BF8B7C3}" presName="textRect" presStyleLbl="revTx" presStyleIdx="0" presStyleCnt="4">
        <dgm:presLayoutVars>
          <dgm:chMax val="1"/>
          <dgm:chPref val="1"/>
        </dgm:presLayoutVars>
      </dgm:prSet>
      <dgm:spPr/>
    </dgm:pt>
    <dgm:pt modelId="{286D9481-182C-4AB2-A540-9C302FFBE07D}" type="pres">
      <dgm:prSet presAssocID="{63DE4D0D-72B1-4282-BB93-92116D53AD05}" presName="sibTrans" presStyleLbl="sibTrans2D1" presStyleIdx="0" presStyleCnt="0"/>
      <dgm:spPr/>
    </dgm:pt>
    <dgm:pt modelId="{5C37E520-59A5-48E2-B2A9-FCDE187CC8EF}" type="pres">
      <dgm:prSet presAssocID="{19B17EC0-54B5-4D7C-AF12-56FDC6FA89A1}" presName="compNode" presStyleCnt="0"/>
      <dgm:spPr/>
    </dgm:pt>
    <dgm:pt modelId="{3E317119-55BA-49A9-8691-F48188C998C1}" type="pres">
      <dgm:prSet presAssocID="{19B17EC0-54B5-4D7C-AF12-56FDC6FA89A1}" presName="iconBgRect" presStyleLbl="bgShp" presStyleIdx="1" presStyleCnt="4"/>
      <dgm:spPr/>
    </dgm:pt>
    <dgm:pt modelId="{0743C8CB-4FE0-429B-A7B3-FB1F1AF47261}" type="pres">
      <dgm:prSet presAssocID="{19B17EC0-54B5-4D7C-AF12-56FDC6FA89A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D21DF439-449B-4C6B-8C99-F54AF7547980}" type="pres">
      <dgm:prSet presAssocID="{19B17EC0-54B5-4D7C-AF12-56FDC6FA89A1}" presName="spaceRect" presStyleCnt="0"/>
      <dgm:spPr/>
    </dgm:pt>
    <dgm:pt modelId="{2741C98E-312D-4243-9816-CCA082B9F017}" type="pres">
      <dgm:prSet presAssocID="{19B17EC0-54B5-4D7C-AF12-56FDC6FA89A1}" presName="textRect" presStyleLbl="revTx" presStyleIdx="1" presStyleCnt="4">
        <dgm:presLayoutVars>
          <dgm:chMax val="1"/>
          <dgm:chPref val="1"/>
        </dgm:presLayoutVars>
      </dgm:prSet>
      <dgm:spPr/>
    </dgm:pt>
    <dgm:pt modelId="{3034028A-F2BB-46CC-B3D8-5365011D7312}" type="pres">
      <dgm:prSet presAssocID="{896DE577-8DD4-4ADF-9007-40A978E2958E}" presName="sibTrans" presStyleLbl="sibTrans2D1" presStyleIdx="0" presStyleCnt="0"/>
      <dgm:spPr/>
    </dgm:pt>
    <dgm:pt modelId="{517A6690-610E-4D85-B113-D509CD49B12E}" type="pres">
      <dgm:prSet presAssocID="{9A095E59-06B2-46CB-A856-3313F6142233}" presName="compNode" presStyleCnt="0"/>
      <dgm:spPr/>
    </dgm:pt>
    <dgm:pt modelId="{A8E4AF06-6372-4592-800D-1A520707B6BE}" type="pres">
      <dgm:prSet presAssocID="{9A095E59-06B2-46CB-A856-3313F6142233}" presName="iconBgRect" presStyleLbl="bgShp" presStyleIdx="2" presStyleCnt="4"/>
      <dgm:spPr/>
    </dgm:pt>
    <dgm:pt modelId="{A55AC27B-1572-4881-9F35-F3690EEA1507}" type="pres">
      <dgm:prSet presAssocID="{9A095E59-06B2-46CB-A856-3313F614223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111A0BC-4781-4E7F-B1EA-06B1C07C325B}" type="pres">
      <dgm:prSet presAssocID="{9A095E59-06B2-46CB-A856-3313F6142233}" presName="spaceRect" presStyleCnt="0"/>
      <dgm:spPr/>
    </dgm:pt>
    <dgm:pt modelId="{C76A4A00-9987-4E44-AC48-63B529CB5509}" type="pres">
      <dgm:prSet presAssocID="{9A095E59-06B2-46CB-A856-3313F6142233}" presName="textRect" presStyleLbl="revTx" presStyleIdx="2" presStyleCnt="4">
        <dgm:presLayoutVars>
          <dgm:chMax val="1"/>
          <dgm:chPref val="1"/>
        </dgm:presLayoutVars>
      </dgm:prSet>
      <dgm:spPr/>
    </dgm:pt>
    <dgm:pt modelId="{39C03836-75AC-45AC-9A2B-32986373D5DD}" type="pres">
      <dgm:prSet presAssocID="{9A332051-28FD-4F64-843E-CC13E8D32606}" presName="sibTrans" presStyleLbl="sibTrans2D1" presStyleIdx="0" presStyleCnt="0"/>
      <dgm:spPr/>
    </dgm:pt>
    <dgm:pt modelId="{18F5B37D-F610-483A-B6EC-2EFB3CB202A8}" type="pres">
      <dgm:prSet presAssocID="{493DA3B4-0489-412A-8F32-12B2183D375E}" presName="compNode" presStyleCnt="0"/>
      <dgm:spPr/>
    </dgm:pt>
    <dgm:pt modelId="{6842ABCD-0E85-4AF7-8908-EEDFC2B60D8D}" type="pres">
      <dgm:prSet presAssocID="{493DA3B4-0489-412A-8F32-12B2183D375E}" presName="iconBgRect" presStyleLbl="bgShp" presStyleIdx="3" presStyleCnt="4"/>
      <dgm:spPr/>
    </dgm:pt>
    <dgm:pt modelId="{786AC8BD-B16E-4BA4-9E45-DD18C66668CB}" type="pres">
      <dgm:prSet presAssocID="{493DA3B4-0489-412A-8F32-12B2183D375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1A1C362-9A00-470C-AA89-8A97CFD8878A}" type="pres">
      <dgm:prSet presAssocID="{493DA3B4-0489-412A-8F32-12B2183D375E}" presName="spaceRect" presStyleCnt="0"/>
      <dgm:spPr/>
    </dgm:pt>
    <dgm:pt modelId="{059ECE44-F741-413C-8EFC-4675A1500587}" type="pres">
      <dgm:prSet presAssocID="{493DA3B4-0489-412A-8F32-12B2183D375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9F10706-5384-4722-8BEA-9A3667E37ED0}" type="presOf" srcId="{F739325E-DE7E-4EEA-91A1-7FFA9BF8B7C3}" destId="{40DC3F27-0DBF-444D-B613-8A295E6B78AC}" srcOrd="0" destOrd="0" presId="urn:microsoft.com/office/officeart/2018/2/layout/IconCircleList"/>
    <dgm:cxn modelId="{CBD9251F-7B21-4040-9E44-3380AC054E57}" type="presOf" srcId="{9A332051-28FD-4F64-843E-CC13E8D32606}" destId="{39C03836-75AC-45AC-9A2B-32986373D5DD}" srcOrd="0" destOrd="0" presId="urn:microsoft.com/office/officeart/2018/2/layout/IconCircleList"/>
    <dgm:cxn modelId="{5A24CC26-19EB-4362-838A-7D511EB548A5}" type="presOf" srcId="{493DA3B4-0489-412A-8F32-12B2183D375E}" destId="{059ECE44-F741-413C-8EFC-4675A1500587}" srcOrd="0" destOrd="0" presId="urn:microsoft.com/office/officeart/2018/2/layout/IconCircleList"/>
    <dgm:cxn modelId="{626EDA37-FDD8-4188-8545-5A21D99BECE6}" type="presOf" srcId="{AE75C022-E6C4-4419-8ADF-D5F97BC7E87D}" destId="{F2147980-5C2B-46F9-A182-C310CB8F95E9}" srcOrd="0" destOrd="0" presId="urn:microsoft.com/office/officeart/2018/2/layout/IconCircleList"/>
    <dgm:cxn modelId="{64587243-5BD9-41F2-9202-CE0F65FD04ED}" srcId="{AE75C022-E6C4-4419-8ADF-D5F97BC7E87D}" destId="{19B17EC0-54B5-4D7C-AF12-56FDC6FA89A1}" srcOrd="1" destOrd="0" parTransId="{2FA296EE-592B-4297-AC04-B54DBF77A9AC}" sibTransId="{896DE577-8DD4-4ADF-9007-40A978E2958E}"/>
    <dgm:cxn modelId="{DE1AAC6C-C6BB-4DD7-B5B5-07ABAD381908}" type="presOf" srcId="{19B17EC0-54B5-4D7C-AF12-56FDC6FA89A1}" destId="{2741C98E-312D-4243-9816-CCA082B9F017}" srcOrd="0" destOrd="0" presId="urn:microsoft.com/office/officeart/2018/2/layout/IconCircleList"/>
    <dgm:cxn modelId="{9C4CCD78-0767-4659-91F8-34D755F2D796}" type="presOf" srcId="{63DE4D0D-72B1-4282-BB93-92116D53AD05}" destId="{286D9481-182C-4AB2-A540-9C302FFBE07D}" srcOrd="0" destOrd="0" presId="urn:microsoft.com/office/officeart/2018/2/layout/IconCircleList"/>
    <dgm:cxn modelId="{61718982-CB93-429A-BA5E-987D5973E41B}" srcId="{AE75C022-E6C4-4419-8ADF-D5F97BC7E87D}" destId="{493DA3B4-0489-412A-8F32-12B2183D375E}" srcOrd="3" destOrd="0" parTransId="{00724F96-E849-4836-B7FF-BF075344D6CA}" sibTransId="{A859EF0B-6C65-445F-83C4-5F521F118670}"/>
    <dgm:cxn modelId="{864D0691-6F24-44B9-824F-ABACA261719C}" type="presOf" srcId="{896DE577-8DD4-4ADF-9007-40A978E2958E}" destId="{3034028A-F2BB-46CC-B3D8-5365011D7312}" srcOrd="0" destOrd="0" presId="urn:microsoft.com/office/officeart/2018/2/layout/IconCircleList"/>
    <dgm:cxn modelId="{D6450395-B241-4EB3-84A0-65ED994DE85F}" srcId="{AE75C022-E6C4-4419-8ADF-D5F97BC7E87D}" destId="{9A095E59-06B2-46CB-A856-3313F6142233}" srcOrd="2" destOrd="0" parTransId="{BC6E465E-9FC4-440B-8AE4-1CDEFAC2448B}" sibTransId="{9A332051-28FD-4F64-843E-CC13E8D32606}"/>
    <dgm:cxn modelId="{9D0B7198-239E-4595-B6D4-83720F4F9F61}" srcId="{AE75C022-E6C4-4419-8ADF-D5F97BC7E87D}" destId="{F739325E-DE7E-4EEA-91A1-7FFA9BF8B7C3}" srcOrd="0" destOrd="0" parTransId="{29D3E174-F721-4F0E-9B3D-5DF48F9B8B20}" sibTransId="{63DE4D0D-72B1-4282-BB93-92116D53AD05}"/>
    <dgm:cxn modelId="{55C70EC8-F19C-4495-84ED-7204F3C25DC9}" type="presOf" srcId="{9A095E59-06B2-46CB-A856-3313F6142233}" destId="{C76A4A00-9987-4E44-AC48-63B529CB5509}" srcOrd="0" destOrd="0" presId="urn:microsoft.com/office/officeart/2018/2/layout/IconCircleList"/>
    <dgm:cxn modelId="{45253296-9695-4153-A6CF-51F9872FCEE3}" type="presParOf" srcId="{F2147980-5C2B-46F9-A182-C310CB8F95E9}" destId="{2C0F4E02-3B74-4238-9E7E-5E996E6CBF16}" srcOrd="0" destOrd="0" presId="urn:microsoft.com/office/officeart/2018/2/layout/IconCircleList"/>
    <dgm:cxn modelId="{976F85A4-AF54-4227-92BD-89E6E101F437}" type="presParOf" srcId="{2C0F4E02-3B74-4238-9E7E-5E996E6CBF16}" destId="{7BA6ED33-1C44-464C-96A0-2E704463D56D}" srcOrd="0" destOrd="0" presId="urn:microsoft.com/office/officeart/2018/2/layout/IconCircleList"/>
    <dgm:cxn modelId="{1FBA6D9A-5A05-43DA-9E70-69976139BFDF}" type="presParOf" srcId="{7BA6ED33-1C44-464C-96A0-2E704463D56D}" destId="{72F0C627-F875-4248-812B-E2CCFF8028B7}" srcOrd="0" destOrd="0" presId="urn:microsoft.com/office/officeart/2018/2/layout/IconCircleList"/>
    <dgm:cxn modelId="{E103ECA6-98B1-4DDF-BA70-D0F315B57479}" type="presParOf" srcId="{7BA6ED33-1C44-464C-96A0-2E704463D56D}" destId="{7FD3D1F5-D739-49B8-9EDC-B3837635B402}" srcOrd="1" destOrd="0" presId="urn:microsoft.com/office/officeart/2018/2/layout/IconCircleList"/>
    <dgm:cxn modelId="{C0CB32CF-BE08-41FF-AD6E-EC6B91399631}" type="presParOf" srcId="{7BA6ED33-1C44-464C-96A0-2E704463D56D}" destId="{E646C977-1BCB-49ED-97EF-B98C80386B68}" srcOrd="2" destOrd="0" presId="urn:microsoft.com/office/officeart/2018/2/layout/IconCircleList"/>
    <dgm:cxn modelId="{61A7CE8A-1666-487F-9424-9898251216E4}" type="presParOf" srcId="{7BA6ED33-1C44-464C-96A0-2E704463D56D}" destId="{40DC3F27-0DBF-444D-B613-8A295E6B78AC}" srcOrd="3" destOrd="0" presId="urn:microsoft.com/office/officeart/2018/2/layout/IconCircleList"/>
    <dgm:cxn modelId="{271989B7-79C1-474C-936F-8848D2232907}" type="presParOf" srcId="{2C0F4E02-3B74-4238-9E7E-5E996E6CBF16}" destId="{286D9481-182C-4AB2-A540-9C302FFBE07D}" srcOrd="1" destOrd="0" presId="urn:microsoft.com/office/officeart/2018/2/layout/IconCircleList"/>
    <dgm:cxn modelId="{995E0D8C-A35F-4B26-A0CA-6A467284EC9A}" type="presParOf" srcId="{2C0F4E02-3B74-4238-9E7E-5E996E6CBF16}" destId="{5C37E520-59A5-48E2-B2A9-FCDE187CC8EF}" srcOrd="2" destOrd="0" presId="urn:microsoft.com/office/officeart/2018/2/layout/IconCircleList"/>
    <dgm:cxn modelId="{7F545611-0907-43D6-8CA8-A9169EEA1A24}" type="presParOf" srcId="{5C37E520-59A5-48E2-B2A9-FCDE187CC8EF}" destId="{3E317119-55BA-49A9-8691-F48188C998C1}" srcOrd="0" destOrd="0" presId="urn:microsoft.com/office/officeart/2018/2/layout/IconCircleList"/>
    <dgm:cxn modelId="{45830C3C-A729-4909-B76B-1E7E39AF2C00}" type="presParOf" srcId="{5C37E520-59A5-48E2-B2A9-FCDE187CC8EF}" destId="{0743C8CB-4FE0-429B-A7B3-FB1F1AF47261}" srcOrd="1" destOrd="0" presId="urn:microsoft.com/office/officeart/2018/2/layout/IconCircleList"/>
    <dgm:cxn modelId="{E086E1BE-5FBE-4F5B-928F-52C23ABA68BD}" type="presParOf" srcId="{5C37E520-59A5-48E2-B2A9-FCDE187CC8EF}" destId="{D21DF439-449B-4C6B-8C99-F54AF7547980}" srcOrd="2" destOrd="0" presId="urn:microsoft.com/office/officeart/2018/2/layout/IconCircleList"/>
    <dgm:cxn modelId="{BDB93D48-2F23-4F05-B651-3351BA8E3FA6}" type="presParOf" srcId="{5C37E520-59A5-48E2-B2A9-FCDE187CC8EF}" destId="{2741C98E-312D-4243-9816-CCA082B9F017}" srcOrd="3" destOrd="0" presId="urn:microsoft.com/office/officeart/2018/2/layout/IconCircleList"/>
    <dgm:cxn modelId="{602BDEF8-13B8-4857-88C9-5CF83FFA1A3F}" type="presParOf" srcId="{2C0F4E02-3B74-4238-9E7E-5E996E6CBF16}" destId="{3034028A-F2BB-46CC-B3D8-5365011D7312}" srcOrd="3" destOrd="0" presId="urn:microsoft.com/office/officeart/2018/2/layout/IconCircleList"/>
    <dgm:cxn modelId="{3F2FDD37-4A88-4540-9205-CD4C47BCD6E9}" type="presParOf" srcId="{2C0F4E02-3B74-4238-9E7E-5E996E6CBF16}" destId="{517A6690-610E-4D85-B113-D509CD49B12E}" srcOrd="4" destOrd="0" presId="urn:microsoft.com/office/officeart/2018/2/layout/IconCircleList"/>
    <dgm:cxn modelId="{D036F612-AEB8-4262-852E-1F91D5DCBC9A}" type="presParOf" srcId="{517A6690-610E-4D85-B113-D509CD49B12E}" destId="{A8E4AF06-6372-4592-800D-1A520707B6BE}" srcOrd="0" destOrd="0" presId="urn:microsoft.com/office/officeart/2018/2/layout/IconCircleList"/>
    <dgm:cxn modelId="{4D84260B-AEB0-44B5-81C3-A6BA81B0F479}" type="presParOf" srcId="{517A6690-610E-4D85-B113-D509CD49B12E}" destId="{A55AC27B-1572-4881-9F35-F3690EEA1507}" srcOrd="1" destOrd="0" presId="urn:microsoft.com/office/officeart/2018/2/layout/IconCircleList"/>
    <dgm:cxn modelId="{27689E15-77E6-4753-B359-F6A3BA6F1BFB}" type="presParOf" srcId="{517A6690-610E-4D85-B113-D509CD49B12E}" destId="{B111A0BC-4781-4E7F-B1EA-06B1C07C325B}" srcOrd="2" destOrd="0" presId="urn:microsoft.com/office/officeart/2018/2/layout/IconCircleList"/>
    <dgm:cxn modelId="{347E3508-F300-4C19-BF54-C22F7C0E9FD9}" type="presParOf" srcId="{517A6690-610E-4D85-B113-D509CD49B12E}" destId="{C76A4A00-9987-4E44-AC48-63B529CB5509}" srcOrd="3" destOrd="0" presId="urn:microsoft.com/office/officeart/2018/2/layout/IconCircleList"/>
    <dgm:cxn modelId="{F3FC1910-87AA-45A8-9763-4BBBC0217FC5}" type="presParOf" srcId="{2C0F4E02-3B74-4238-9E7E-5E996E6CBF16}" destId="{39C03836-75AC-45AC-9A2B-32986373D5DD}" srcOrd="5" destOrd="0" presId="urn:microsoft.com/office/officeart/2018/2/layout/IconCircleList"/>
    <dgm:cxn modelId="{31C22143-7296-4714-825E-CDF523A0A55C}" type="presParOf" srcId="{2C0F4E02-3B74-4238-9E7E-5E996E6CBF16}" destId="{18F5B37D-F610-483A-B6EC-2EFB3CB202A8}" srcOrd="6" destOrd="0" presId="urn:microsoft.com/office/officeart/2018/2/layout/IconCircleList"/>
    <dgm:cxn modelId="{A3F2D155-A85D-43EC-A6CF-1E1CFD313FBD}" type="presParOf" srcId="{18F5B37D-F610-483A-B6EC-2EFB3CB202A8}" destId="{6842ABCD-0E85-4AF7-8908-EEDFC2B60D8D}" srcOrd="0" destOrd="0" presId="urn:microsoft.com/office/officeart/2018/2/layout/IconCircleList"/>
    <dgm:cxn modelId="{D2769F45-09E9-475E-AAF5-04223213DD6A}" type="presParOf" srcId="{18F5B37D-F610-483A-B6EC-2EFB3CB202A8}" destId="{786AC8BD-B16E-4BA4-9E45-DD18C66668CB}" srcOrd="1" destOrd="0" presId="urn:microsoft.com/office/officeart/2018/2/layout/IconCircleList"/>
    <dgm:cxn modelId="{8422352C-4EF3-4787-8632-F69102D0591A}" type="presParOf" srcId="{18F5B37D-F610-483A-B6EC-2EFB3CB202A8}" destId="{81A1C362-9A00-470C-AA89-8A97CFD8878A}" srcOrd="2" destOrd="0" presId="urn:microsoft.com/office/officeart/2018/2/layout/IconCircleList"/>
    <dgm:cxn modelId="{745DDB06-EF37-4FF0-9750-6D20CEDCB673}" type="presParOf" srcId="{18F5B37D-F610-483A-B6EC-2EFB3CB202A8}" destId="{059ECE44-F741-413C-8EFC-4675A150058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714AA-1B9D-4919-8BEE-297CC87DDD5D}">
      <dsp:nvSpPr>
        <dsp:cNvPr id="0" name=""/>
        <dsp:cNvSpPr/>
      </dsp:nvSpPr>
      <dsp:spPr>
        <a:xfrm>
          <a:off x="3777" y="1102617"/>
          <a:ext cx="1651683" cy="1676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Agentic Code Studio</a:t>
          </a:r>
          <a:endParaRPr lang="en-US" sz="1700" kern="1200"/>
        </a:p>
      </dsp:txBody>
      <dsp:txXfrm>
        <a:off x="52153" y="1150993"/>
        <a:ext cx="1554931" cy="1579449"/>
      </dsp:txXfrm>
    </dsp:sp>
    <dsp:sp modelId="{99BAC01A-FA9F-478C-A410-084E166A2715}">
      <dsp:nvSpPr>
        <dsp:cNvPr id="0" name=""/>
        <dsp:cNvSpPr/>
      </dsp:nvSpPr>
      <dsp:spPr>
        <a:xfrm>
          <a:off x="1820630" y="1735909"/>
          <a:ext cx="350157" cy="4096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820630" y="1817832"/>
        <a:ext cx="245110" cy="245771"/>
      </dsp:txXfrm>
    </dsp:sp>
    <dsp:sp modelId="{DFA7F575-581F-440B-8385-559143478C6F}">
      <dsp:nvSpPr>
        <dsp:cNvPr id="0" name=""/>
        <dsp:cNvSpPr/>
      </dsp:nvSpPr>
      <dsp:spPr>
        <a:xfrm>
          <a:off x="2316135" y="1102617"/>
          <a:ext cx="1651683" cy="1676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An </a:t>
          </a:r>
          <a:r>
            <a:rPr lang="en-US" sz="1700" b="1" kern="1200"/>
            <a:t>autonomous AI software engineering system</a:t>
          </a:r>
          <a:endParaRPr lang="en-US" sz="1700" kern="1200"/>
        </a:p>
      </dsp:txBody>
      <dsp:txXfrm>
        <a:off x="2364511" y="1150993"/>
        <a:ext cx="1554931" cy="1579449"/>
      </dsp:txXfrm>
    </dsp:sp>
    <dsp:sp modelId="{8CB80512-06AC-4F5C-8549-3E029B60B659}">
      <dsp:nvSpPr>
        <dsp:cNvPr id="0" name=""/>
        <dsp:cNvSpPr/>
      </dsp:nvSpPr>
      <dsp:spPr>
        <a:xfrm>
          <a:off x="4132987" y="1735909"/>
          <a:ext cx="350157" cy="4096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132987" y="1817832"/>
        <a:ext cx="245110" cy="245771"/>
      </dsp:txXfrm>
    </dsp:sp>
    <dsp:sp modelId="{47D52AF4-E664-4380-BB94-5ABC5E170451}">
      <dsp:nvSpPr>
        <dsp:cNvPr id="0" name=""/>
        <dsp:cNvSpPr/>
      </dsp:nvSpPr>
      <dsp:spPr>
        <a:xfrm>
          <a:off x="4628492" y="1102617"/>
          <a:ext cx="1651683" cy="1676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Uses </a:t>
          </a:r>
          <a:r>
            <a:rPr lang="en-US" sz="1700" b="1" kern="1200"/>
            <a:t>multiple specialized AI agents</a:t>
          </a:r>
          <a:endParaRPr lang="en-US" sz="1700" kern="1200"/>
        </a:p>
      </dsp:txBody>
      <dsp:txXfrm>
        <a:off x="4676868" y="1150993"/>
        <a:ext cx="1554931" cy="1579449"/>
      </dsp:txXfrm>
    </dsp:sp>
    <dsp:sp modelId="{A56E0AB4-EB83-4256-93FC-9C0F2B78FD23}">
      <dsp:nvSpPr>
        <dsp:cNvPr id="0" name=""/>
        <dsp:cNvSpPr/>
      </dsp:nvSpPr>
      <dsp:spPr>
        <a:xfrm>
          <a:off x="6445345" y="1735909"/>
          <a:ext cx="350157" cy="40961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445345" y="1817832"/>
        <a:ext cx="245110" cy="245771"/>
      </dsp:txXfrm>
    </dsp:sp>
    <dsp:sp modelId="{0788332B-32BE-4AB1-A815-482B88A1B4F6}">
      <dsp:nvSpPr>
        <dsp:cNvPr id="0" name=""/>
        <dsp:cNvSpPr/>
      </dsp:nvSpPr>
      <dsp:spPr>
        <a:xfrm>
          <a:off x="6940850" y="1102617"/>
          <a:ext cx="1651683" cy="167620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Automatically: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Detects bugs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Fixes errors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Optimizes performance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Audits security issues</a:t>
          </a:r>
        </a:p>
      </dsp:txBody>
      <dsp:txXfrm>
        <a:off x="6989226" y="1150993"/>
        <a:ext cx="1554931" cy="15794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D6F19F-1BC2-47D6-B117-320D3480A8EF}">
      <dsp:nvSpPr>
        <dsp:cNvPr id="0" name=""/>
        <dsp:cNvSpPr/>
      </dsp:nvSpPr>
      <dsp:spPr>
        <a:xfrm>
          <a:off x="1832083" y="1134646"/>
          <a:ext cx="3907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799" y="45720"/>
              </a:lnTo>
            </a:path>
          </a:pathLst>
        </a:custGeom>
        <a:noFill/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16948" y="1178259"/>
        <a:ext cx="21069" cy="4213"/>
      </dsp:txXfrm>
    </dsp:sp>
    <dsp:sp modelId="{5BA7547F-FDE4-4D53-BE68-AE9C65794F65}">
      <dsp:nvSpPr>
        <dsp:cNvPr id="0" name=""/>
        <dsp:cNvSpPr/>
      </dsp:nvSpPr>
      <dsp:spPr>
        <a:xfrm>
          <a:off x="1710" y="630714"/>
          <a:ext cx="1832172" cy="10993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Actor–Critic Based Architecture</a:t>
          </a:r>
          <a:endParaRPr lang="en-US" sz="1600" kern="1200" dirty="0"/>
        </a:p>
      </dsp:txBody>
      <dsp:txXfrm>
        <a:off x="1710" y="630714"/>
        <a:ext cx="1832172" cy="1099303"/>
      </dsp:txXfrm>
    </dsp:sp>
    <dsp:sp modelId="{7C73F2FF-91A4-422E-800D-14179E807E15}">
      <dsp:nvSpPr>
        <dsp:cNvPr id="0" name=""/>
        <dsp:cNvSpPr/>
      </dsp:nvSpPr>
      <dsp:spPr>
        <a:xfrm>
          <a:off x="4085656" y="1134646"/>
          <a:ext cx="3907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799" y="45720"/>
              </a:lnTo>
            </a:path>
          </a:pathLst>
        </a:custGeom>
        <a:noFill/>
        <a:ln w="12700" cap="rnd" cmpd="sng" algn="ctr">
          <a:solidFill>
            <a:schemeClr val="accent2">
              <a:hueOff val="-494048"/>
              <a:satOff val="2367"/>
              <a:lumOff val="219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70521" y="1178259"/>
        <a:ext cx="21069" cy="4213"/>
      </dsp:txXfrm>
    </dsp:sp>
    <dsp:sp modelId="{1F577583-4FAB-4C4F-8C27-D81976522722}">
      <dsp:nvSpPr>
        <dsp:cNvPr id="0" name=""/>
        <dsp:cNvSpPr/>
      </dsp:nvSpPr>
      <dsp:spPr>
        <a:xfrm>
          <a:off x="2255283" y="630714"/>
          <a:ext cx="1832172" cy="1099303"/>
        </a:xfrm>
        <a:prstGeom prst="rect">
          <a:avLst/>
        </a:prstGeom>
        <a:solidFill>
          <a:schemeClr val="accent2">
            <a:hueOff val="-423469"/>
            <a:satOff val="2029"/>
            <a:lumOff val="187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Built using </a:t>
          </a:r>
          <a:r>
            <a:rPr lang="en-US" sz="1600" b="1" kern="1200" dirty="0"/>
            <a:t>Lang Graph</a:t>
          </a:r>
          <a:endParaRPr lang="en-US" sz="1600" kern="1200" dirty="0"/>
        </a:p>
      </dsp:txBody>
      <dsp:txXfrm>
        <a:off x="2255283" y="630714"/>
        <a:ext cx="1832172" cy="1099303"/>
      </dsp:txXfrm>
    </dsp:sp>
    <dsp:sp modelId="{00EA6BC9-B0E0-497B-8C4E-2360AC8FAD53}">
      <dsp:nvSpPr>
        <dsp:cNvPr id="0" name=""/>
        <dsp:cNvSpPr/>
      </dsp:nvSpPr>
      <dsp:spPr>
        <a:xfrm>
          <a:off x="6339228" y="1134646"/>
          <a:ext cx="3907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799" y="45720"/>
              </a:lnTo>
            </a:path>
          </a:pathLst>
        </a:custGeom>
        <a:noFill/>
        <a:ln w="12700" cap="rnd" cmpd="sng" algn="ctr">
          <a:solidFill>
            <a:schemeClr val="accent2">
              <a:hueOff val="-988095"/>
              <a:satOff val="4733"/>
              <a:lumOff val="437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24093" y="1178259"/>
        <a:ext cx="21069" cy="4213"/>
      </dsp:txXfrm>
    </dsp:sp>
    <dsp:sp modelId="{48A5554D-470A-4780-A5A3-C9218D043003}">
      <dsp:nvSpPr>
        <dsp:cNvPr id="0" name=""/>
        <dsp:cNvSpPr/>
      </dsp:nvSpPr>
      <dsp:spPr>
        <a:xfrm>
          <a:off x="4508855" y="630714"/>
          <a:ext cx="1832172" cy="1099303"/>
        </a:xfrm>
        <a:prstGeom prst="rect">
          <a:avLst/>
        </a:prstGeom>
        <a:solidFill>
          <a:schemeClr val="accent2">
            <a:hueOff val="-846939"/>
            <a:satOff val="4057"/>
            <a:lumOff val="375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Controlled using a </a:t>
          </a:r>
          <a:r>
            <a:rPr lang="en-US" sz="1600" b="1" kern="1200" dirty="0"/>
            <a:t>Directed Cyclic Graph (DAG)</a:t>
          </a:r>
          <a:endParaRPr lang="en-US" sz="1600" kern="1200" dirty="0"/>
        </a:p>
      </dsp:txBody>
      <dsp:txXfrm>
        <a:off x="4508855" y="630714"/>
        <a:ext cx="1832172" cy="1099303"/>
      </dsp:txXfrm>
    </dsp:sp>
    <dsp:sp modelId="{8B996AA3-FE65-4A9B-BF28-A6CBB5BE5555}">
      <dsp:nvSpPr>
        <dsp:cNvPr id="0" name=""/>
        <dsp:cNvSpPr/>
      </dsp:nvSpPr>
      <dsp:spPr>
        <a:xfrm>
          <a:off x="917796" y="1728218"/>
          <a:ext cx="6760718" cy="390799"/>
        </a:xfrm>
        <a:custGeom>
          <a:avLst/>
          <a:gdLst/>
          <a:ahLst/>
          <a:cxnLst/>
          <a:rect l="0" t="0" r="0" b="0"/>
          <a:pathLst>
            <a:path>
              <a:moveTo>
                <a:pt x="6760718" y="0"/>
              </a:moveTo>
              <a:lnTo>
                <a:pt x="6760718" y="212499"/>
              </a:lnTo>
              <a:lnTo>
                <a:pt x="0" y="212499"/>
              </a:lnTo>
              <a:lnTo>
                <a:pt x="0" y="390799"/>
              </a:lnTo>
            </a:path>
          </a:pathLst>
        </a:custGeom>
        <a:noFill/>
        <a:ln w="12700" cap="rnd" cmpd="sng" algn="ctr">
          <a:solidFill>
            <a:schemeClr val="accent2">
              <a:hueOff val="-1482143"/>
              <a:satOff val="7100"/>
              <a:lumOff val="656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128810" y="1921511"/>
        <a:ext cx="338691" cy="4213"/>
      </dsp:txXfrm>
    </dsp:sp>
    <dsp:sp modelId="{1C85FB5D-0E21-465A-B3C3-E5145995E84E}">
      <dsp:nvSpPr>
        <dsp:cNvPr id="0" name=""/>
        <dsp:cNvSpPr/>
      </dsp:nvSpPr>
      <dsp:spPr>
        <a:xfrm>
          <a:off x="6762428" y="630714"/>
          <a:ext cx="1832172" cy="1099303"/>
        </a:xfrm>
        <a:prstGeom prst="rect">
          <a:avLst/>
        </a:prstGeom>
        <a:solidFill>
          <a:schemeClr val="accent2">
            <a:hueOff val="-1270408"/>
            <a:satOff val="6086"/>
            <a:lumOff val="563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Agents Involved</a:t>
          </a:r>
          <a:endParaRPr lang="en-US" sz="1600" kern="1200" dirty="0"/>
        </a:p>
      </dsp:txBody>
      <dsp:txXfrm>
        <a:off x="6762428" y="630714"/>
        <a:ext cx="1832172" cy="1099303"/>
      </dsp:txXfrm>
    </dsp:sp>
    <dsp:sp modelId="{F68DE69C-4E91-490F-9CB6-B08083E14768}">
      <dsp:nvSpPr>
        <dsp:cNvPr id="0" name=""/>
        <dsp:cNvSpPr/>
      </dsp:nvSpPr>
      <dsp:spPr>
        <a:xfrm>
          <a:off x="1832083" y="2655350"/>
          <a:ext cx="3907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799" y="45720"/>
              </a:lnTo>
            </a:path>
          </a:pathLst>
        </a:custGeom>
        <a:noFill/>
        <a:ln w="12700" cap="rnd" cmpd="sng" algn="ctr">
          <a:solidFill>
            <a:schemeClr val="accent2">
              <a:hueOff val="-1976191"/>
              <a:satOff val="9467"/>
              <a:lumOff val="87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16948" y="2698963"/>
        <a:ext cx="21069" cy="4213"/>
      </dsp:txXfrm>
    </dsp:sp>
    <dsp:sp modelId="{81A9C20F-D29D-460A-8166-8CA00D64A53C}">
      <dsp:nvSpPr>
        <dsp:cNvPr id="0" name=""/>
        <dsp:cNvSpPr/>
      </dsp:nvSpPr>
      <dsp:spPr>
        <a:xfrm>
          <a:off x="1710" y="2151418"/>
          <a:ext cx="1832172" cy="1099303"/>
        </a:xfrm>
        <a:prstGeom prst="rect">
          <a:avLst/>
        </a:prstGeom>
        <a:solidFill>
          <a:schemeClr val="accent2">
            <a:hueOff val="-1693878"/>
            <a:satOff val="8114"/>
            <a:lumOff val="750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Developer Agent</a:t>
          </a:r>
          <a:endParaRPr lang="en-US" sz="1600" kern="1200" dirty="0"/>
        </a:p>
      </dsp:txBody>
      <dsp:txXfrm>
        <a:off x="1710" y="2151418"/>
        <a:ext cx="1832172" cy="1099303"/>
      </dsp:txXfrm>
    </dsp:sp>
    <dsp:sp modelId="{33B73F4B-1443-491A-9AC5-0BB6C3A3D42D}">
      <dsp:nvSpPr>
        <dsp:cNvPr id="0" name=""/>
        <dsp:cNvSpPr/>
      </dsp:nvSpPr>
      <dsp:spPr>
        <a:xfrm>
          <a:off x="4085656" y="2655350"/>
          <a:ext cx="3907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799" y="45720"/>
              </a:lnTo>
            </a:path>
          </a:pathLst>
        </a:custGeom>
        <a:noFill/>
        <a:ln w="12700" cap="rnd" cmpd="sng" algn="ctr">
          <a:solidFill>
            <a:schemeClr val="accent2">
              <a:hueOff val="-2470238"/>
              <a:satOff val="11833"/>
              <a:lumOff val="1094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70521" y="2698963"/>
        <a:ext cx="21069" cy="4213"/>
      </dsp:txXfrm>
    </dsp:sp>
    <dsp:sp modelId="{146F5E6C-9648-4E28-B803-3A0E3FE57D9B}">
      <dsp:nvSpPr>
        <dsp:cNvPr id="0" name=""/>
        <dsp:cNvSpPr/>
      </dsp:nvSpPr>
      <dsp:spPr>
        <a:xfrm>
          <a:off x="2255283" y="2151418"/>
          <a:ext cx="1832172" cy="1099303"/>
        </a:xfrm>
        <a:prstGeom prst="rect">
          <a:avLst/>
        </a:prstGeom>
        <a:solidFill>
          <a:schemeClr val="accent2">
            <a:hueOff val="-2117347"/>
            <a:satOff val="10143"/>
            <a:lumOff val="938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Critic Agent</a:t>
          </a:r>
          <a:endParaRPr lang="en-US" sz="1600" kern="1200" dirty="0"/>
        </a:p>
      </dsp:txBody>
      <dsp:txXfrm>
        <a:off x="2255283" y="2151418"/>
        <a:ext cx="1832172" cy="1099303"/>
      </dsp:txXfrm>
    </dsp:sp>
    <dsp:sp modelId="{CF852743-7039-426D-9297-DA53E8194059}">
      <dsp:nvSpPr>
        <dsp:cNvPr id="0" name=""/>
        <dsp:cNvSpPr/>
      </dsp:nvSpPr>
      <dsp:spPr>
        <a:xfrm>
          <a:off x="6339228" y="2655350"/>
          <a:ext cx="3907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0799" y="45720"/>
              </a:lnTo>
            </a:path>
          </a:pathLst>
        </a:custGeom>
        <a:noFill/>
        <a:ln w="1270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524093" y="2698963"/>
        <a:ext cx="21069" cy="4213"/>
      </dsp:txXfrm>
    </dsp:sp>
    <dsp:sp modelId="{A5C07222-F161-4E3B-8BB3-2EDD2A4590EE}">
      <dsp:nvSpPr>
        <dsp:cNvPr id="0" name=""/>
        <dsp:cNvSpPr/>
      </dsp:nvSpPr>
      <dsp:spPr>
        <a:xfrm>
          <a:off x="4508855" y="2151418"/>
          <a:ext cx="1832172" cy="1099303"/>
        </a:xfrm>
        <a:prstGeom prst="rect">
          <a:avLst/>
        </a:prstGeom>
        <a:solidFill>
          <a:schemeClr val="accent2">
            <a:hueOff val="-2540817"/>
            <a:satOff val="12171"/>
            <a:lumOff val="1126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Tester Agent</a:t>
          </a:r>
          <a:endParaRPr lang="en-US" sz="1600" kern="1200" dirty="0"/>
        </a:p>
      </dsp:txBody>
      <dsp:txXfrm>
        <a:off x="4508855" y="2151418"/>
        <a:ext cx="1832172" cy="1099303"/>
      </dsp:txXfrm>
    </dsp:sp>
    <dsp:sp modelId="{9FF11729-9832-42B0-A52F-ED7E35D27D37}">
      <dsp:nvSpPr>
        <dsp:cNvPr id="0" name=""/>
        <dsp:cNvSpPr/>
      </dsp:nvSpPr>
      <dsp:spPr>
        <a:xfrm>
          <a:off x="6762428" y="2151418"/>
          <a:ext cx="1832172" cy="1099303"/>
        </a:xfrm>
        <a:prstGeom prst="rect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Security Agent</a:t>
          </a:r>
          <a:endParaRPr lang="en-US" sz="1600" kern="1200" dirty="0"/>
        </a:p>
      </dsp:txBody>
      <dsp:txXfrm>
        <a:off x="6762428" y="2151418"/>
        <a:ext cx="1832172" cy="10993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56076-5AEC-438C-8083-13B509629984}">
      <dsp:nvSpPr>
        <dsp:cNvPr id="0" name=""/>
        <dsp:cNvSpPr/>
      </dsp:nvSpPr>
      <dsp:spPr>
        <a:xfrm>
          <a:off x="2817" y="593689"/>
          <a:ext cx="2235464" cy="134127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User submits code</a:t>
          </a:r>
        </a:p>
      </dsp:txBody>
      <dsp:txXfrm>
        <a:off x="2817" y="593689"/>
        <a:ext cx="2235464" cy="1341278"/>
      </dsp:txXfrm>
    </dsp:sp>
    <dsp:sp modelId="{8B915D16-2AB5-4ED3-ADDA-D0B19C58AF77}">
      <dsp:nvSpPr>
        <dsp:cNvPr id="0" name=""/>
        <dsp:cNvSpPr/>
      </dsp:nvSpPr>
      <dsp:spPr>
        <a:xfrm>
          <a:off x="2461828" y="593689"/>
          <a:ext cx="2235464" cy="1341278"/>
        </a:xfrm>
        <a:prstGeom prst="rect">
          <a:avLst/>
        </a:prstGeom>
        <a:solidFill>
          <a:schemeClr val="accent2">
            <a:hueOff val="-494048"/>
            <a:satOff val="2367"/>
            <a:lumOff val="219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Developer agent proposes fixes</a:t>
          </a:r>
        </a:p>
      </dsp:txBody>
      <dsp:txXfrm>
        <a:off x="2461828" y="593689"/>
        <a:ext cx="2235464" cy="1341278"/>
      </dsp:txXfrm>
    </dsp:sp>
    <dsp:sp modelId="{9F99AB1A-10E4-4455-B507-BBBFF6A5031D}">
      <dsp:nvSpPr>
        <dsp:cNvPr id="0" name=""/>
        <dsp:cNvSpPr/>
      </dsp:nvSpPr>
      <dsp:spPr>
        <a:xfrm>
          <a:off x="4920839" y="593689"/>
          <a:ext cx="2235464" cy="1341278"/>
        </a:xfrm>
        <a:prstGeom prst="rect">
          <a:avLst/>
        </a:prstGeom>
        <a:solidFill>
          <a:schemeClr val="accent2">
            <a:hueOff val="-988095"/>
            <a:satOff val="4733"/>
            <a:lumOff val="437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Critic agent reviews logic</a:t>
          </a:r>
        </a:p>
      </dsp:txBody>
      <dsp:txXfrm>
        <a:off x="4920839" y="593689"/>
        <a:ext cx="2235464" cy="1341278"/>
      </dsp:txXfrm>
    </dsp:sp>
    <dsp:sp modelId="{07D9F818-B8A5-4D42-B687-563A582173CE}">
      <dsp:nvSpPr>
        <dsp:cNvPr id="0" name=""/>
        <dsp:cNvSpPr/>
      </dsp:nvSpPr>
      <dsp:spPr>
        <a:xfrm>
          <a:off x="7379850" y="593689"/>
          <a:ext cx="2235464" cy="1341278"/>
        </a:xfrm>
        <a:prstGeom prst="rect">
          <a:avLst/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Tester agent validates changes</a:t>
          </a:r>
        </a:p>
      </dsp:txBody>
      <dsp:txXfrm>
        <a:off x="7379850" y="593689"/>
        <a:ext cx="2235464" cy="1341278"/>
      </dsp:txXfrm>
    </dsp:sp>
    <dsp:sp modelId="{C3370722-1FF1-4D04-B983-336EBFA569CC}">
      <dsp:nvSpPr>
        <dsp:cNvPr id="0" name=""/>
        <dsp:cNvSpPr/>
      </dsp:nvSpPr>
      <dsp:spPr>
        <a:xfrm>
          <a:off x="1232323" y="2158514"/>
          <a:ext cx="2235464" cy="1341278"/>
        </a:xfrm>
        <a:prstGeom prst="rect">
          <a:avLst/>
        </a:prstGeom>
        <a:solidFill>
          <a:schemeClr val="accent2">
            <a:hueOff val="-1976191"/>
            <a:satOff val="9467"/>
            <a:lumOff val="875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Optimization workflow improves performance</a:t>
          </a:r>
        </a:p>
      </dsp:txBody>
      <dsp:txXfrm>
        <a:off x="1232323" y="2158514"/>
        <a:ext cx="2235464" cy="1341278"/>
      </dsp:txXfrm>
    </dsp:sp>
    <dsp:sp modelId="{81CE2AED-7FF4-49FA-A23D-A5F2613BF572}">
      <dsp:nvSpPr>
        <dsp:cNvPr id="0" name=""/>
        <dsp:cNvSpPr/>
      </dsp:nvSpPr>
      <dsp:spPr>
        <a:xfrm>
          <a:off x="3691334" y="2158514"/>
          <a:ext cx="2235464" cy="1341278"/>
        </a:xfrm>
        <a:prstGeom prst="rect">
          <a:avLst/>
        </a:prstGeom>
        <a:solidFill>
          <a:schemeClr val="accent2">
            <a:hueOff val="-2470238"/>
            <a:satOff val="11833"/>
            <a:lumOff val="1094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Security workflow audits vulnerabilities</a:t>
          </a:r>
        </a:p>
      </dsp:txBody>
      <dsp:txXfrm>
        <a:off x="3691334" y="2158514"/>
        <a:ext cx="2235464" cy="1341278"/>
      </dsp:txXfrm>
    </dsp:sp>
    <dsp:sp modelId="{3124E622-4BE3-4472-B0BB-1535DB1FB6DA}">
      <dsp:nvSpPr>
        <dsp:cNvPr id="0" name=""/>
        <dsp:cNvSpPr/>
      </dsp:nvSpPr>
      <dsp:spPr>
        <a:xfrm>
          <a:off x="6150345" y="2158514"/>
          <a:ext cx="2235464" cy="1341278"/>
        </a:xfrm>
        <a:prstGeom prst="rect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Final optimized code is produced</a:t>
          </a:r>
        </a:p>
      </dsp:txBody>
      <dsp:txXfrm>
        <a:off x="6150345" y="2158514"/>
        <a:ext cx="2235464" cy="134127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38B9B5-F902-481B-A60C-CEE0C28A440E}">
      <dsp:nvSpPr>
        <dsp:cNvPr id="0" name=""/>
        <dsp:cNvSpPr/>
      </dsp:nvSpPr>
      <dsp:spPr>
        <a:xfrm>
          <a:off x="333420" y="1035295"/>
          <a:ext cx="1028302" cy="102830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59425-8F24-4219-822B-D6A98270C939}">
      <dsp:nvSpPr>
        <dsp:cNvPr id="0" name=""/>
        <dsp:cNvSpPr/>
      </dsp:nvSpPr>
      <dsp:spPr>
        <a:xfrm>
          <a:off x="552567" y="1254442"/>
          <a:ext cx="590009" cy="5900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B3A7BC-CE12-4C01-A7A4-7CE164F85A60}">
      <dsp:nvSpPr>
        <dsp:cNvPr id="0" name=""/>
        <dsp:cNvSpPr/>
      </dsp:nvSpPr>
      <dsp:spPr>
        <a:xfrm>
          <a:off x="4701" y="2383889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Reduces manual effort</a:t>
          </a:r>
        </a:p>
      </dsp:txBody>
      <dsp:txXfrm>
        <a:off x="4701" y="2383889"/>
        <a:ext cx="1685742" cy="674296"/>
      </dsp:txXfrm>
    </dsp:sp>
    <dsp:sp modelId="{9A5ACAD1-B224-4D54-A593-AA84E80E4A50}">
      <dsp:nvSpPr>
        <dsp:cNvPr id="0" name=""/>
        <dsp:cNvSpPr/>
      </dsp:nvSpPr>
      <dsp:spPr>
        <a:xfrm>
          <a:off x="2314168" y="1035295"/>
          <a:ext cx="1028302" cy="102830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8F7AF5-4202-42CB-9B25-BE8E9A96BFA8}">
      <dsp:nvSpPr>
        <dsp:cNvPr id="0" name=""/>
        <dsp:cNvSpPr/>
      </dsp:nvSpPr>
      <dsp:spPr>
        <a:xfrm>
          <a:off x="2533314" y="1254442"/>
          <a:ext cx="590009" cy="5900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764EB-20EC-45A3-8A00-3B2CEE228C3F}">
      <dsp:nvSpPr>
        <dsp:cNvPr id="0" name=""/>
        <dsp:cNvSpPr/>
      </dsp:nvSpPr>
      <dsp:spPr>
        <a:xfrm>
          <a:off x="1985448" y="2383889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Improves code quality</a:t>
          </a:r>
        </a:p>
      </dsp:txBody>
      <dsp:txXfrm>
        <a:off x="1985448" y="2383889"/>
        <a:ext cx="1685742" cy="674296"/>
      </dsp:txXfrm>
    </dsp:sp>
    <dsp:sp modelId="{84FBA29C-84E2-4ADB-AAA0-99E9A3FE846E}">
      <dsp:nvSpPr>
        <dsp:cNvPr id="0" name=""/>
        <dsp:cNvSpPr/>
      </dsp:nvSpPr>
      <dsp:spPr>
        <a:xfrm>
          <a:off x="4294915" y="1035295"/>
          <a:ext cx="1028302" cy="102830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C26C3E-A4CA-41E9-9642-B733B36796BE}">
      <dsp:nvSpPr>
        <dsp:cNvPr id="0" name=""/>
        <dsp:cNvSpPr/>
      </dsp:nvSpPr>
      <dsp:spPr>
        <a:xfrm>
          <a:off x="4514061" y="1254442"/>
          <a:ext cx="590009" cy="5900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BCCE7E-5311-4068-BCE2-5C9253663E82}">
      <dsp:nvSpPr>
        <dsp:cNvPr id="0" name=""/>
        <dsp:cNvSpPr/>
      </dsp:nvSpPr>
      <dsp:spPr>
        <a:xfrm>
          <a:off x="3966195" y="2383889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Faster debugging</a:t>
          </a:r>
        </a:p>
      </dsp:txBody>
      <dsp:txXfrm>
        <a:off x="3966195" y="2383889"/>
        <a:ext cx="1685742" cy="674296"/>
      </dsp:txXfrm>
    </dsp:sp>
    <dsp:sp modelId="{F4CC45D0-05F0-4502-9809-5E7FBB6490CE}">
      <dsp:nvSpPr>
        <dsp:cNvPr id="0" name=""/>
        <dsp:cNvSpPr/>
      </dsp:nvSpPr>
      <dsp:spPr>
        <a:xfrm>
          <a:off x="6275662" y="1035295"/>
          <a:ext cx="1028302" cy="1028302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8072B3-5A8E-4A47-8A28-682E5284D73A}">
      <dsp:nvSpPr>
        <dsp:cNvPr id="0" name=""/>
        <dsp:cNvSpPr/>
      </dsp:nvSpPr>
      <dsp:spPr>
        <a:xfrm>
          <a:off x="6494808" y="1254442"/>
          <a:ext cx="590009" cy="5900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7B817-45EA-4B27-894C-3A4499CD99B6}">
      <dsp:nvSpPr>
        <dsp:cNvPr id="0" name=""/>
        <dsp:cNvSpPr/>
      </dsp:nvSpPr>
      <dsp:spPr>
        <a:xfrm>
          <a:off x="5946942" y="2383889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Built-in security checks</a:t>
          </a:r>
        </a:p>
      </dsp:txBody>
      <dsp:txXfrm>
        <a:off x="5946942" y="2383889"/>
        <a:ext cx="1685742" cy="674296"/>
      </dsp:txXfrm>
    </dsp:sp>
    <dsp:sp modelId="{7D1C703B-7329-4C91-8043-3A0C2D98DC57}">
      <dsp:nvSpPr>
        <dsp:cNvPr id="0" name=""/>
        <dsp:cNvSpPr/>
      </dsp:nvSpPr>
      <dsp:spPr>
        <a:xfrm>
          <a:off x="8256409" y="1035295"/>
          <a:ext cx="1028302" cy="102830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5B6FBD-8F76-4D2E-B288-9A95EC33C299}">
      <dsp:nvSpPr>
        <dsp:cNvPr id="0" name=""/>
        <dsp:cNvSpPr/>
      </dsp:nvSpPr>
      <dsp:spPr>
        <a:xfrm>
          <a:off x="8475555" y="1254442"/>
          <a:ext cx="590009" cy="5900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4A0D1-04F1-4DAE-B694-CF17B9CB4710}">
      <dsp:nvSpPr>
        <dsp:cNvPr id="0" name=""/>
        <dsp:cNvSpPr/>
      </dsp:nvSpPr>
      <dsp:spPr>
        <a:xfrm>
          <a:off x="7927689" y="2383889"/>
          <a:ext cx="1685742" cy="6742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Scalable and extensible</a:t>
          </a:r>
        </a:p>
      </dsp:txBody>
      <dsp:txXfrm>
        <a:off x="7927689" y="2383889"/>
        <a:ext cx="1685742" cy="6742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5D82B-3115-4904-9C76-161A17E484E4}">
      <dsp:nvSpPr>
        <dsp:cNvPr id="0" name=""/>
        <dsp:cNvSpPr/>
      </dsp:nvSpPr>
      <dsp:spPr>
        <a:xfrm>
          <a:off x="0" y="3198"/>
          <a:ext cx="9618133" cy="6811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A5E595-D277-4865-B9DA-3F4BCB6C7650}">
      <dsp:nvSpPr>
        <dsp:cNvPr id="0" name=""/>
        <dsp:cNvSpPr/>
      </dsp:nvSpPr>
      <dsp:spPr>
        <a:xfrm>
          <a:off x="206057" y="156463"/>
          <a:ext cx="374649" cy="3746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6A14B-51AC-45A1-B73B-282BC1032F07}">
      <dsp:nvSpPr>
        <dsp:cNvPr id="0" name=""/>
        <dsp:cNvSpPr/>
      </dsp:nvSpPr>
      <dsp:spPr>
        <a:xfrm>
          <a:off x="786764" y="3198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Software development teams</a:t>
          </a:r>
        </a:p>
      </dsp:txBody>
      <dsp:txXfrm>
        <a:off x="786764" y="3198"/>
        <a:ext cx="8831368" cy="681180"/>
      </dsp:txXfrm>
    </dsp:sp>
    <dsp:sp modelId="{7678DC38-31C5-423B-86C9-E34FAD0FFB12}">
      <dsp:nvSpPr>
        <dsp:cNvPr id="0" name=""/>
        <dsp:cNvSpPr/>
      </dsp:nvSpPr>
      <dsp:spPr>
        <a:xfrm>
          <a:off x="0" y="854674"/>
          <a:ext cx="9618133" cy="6811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16071D-D7D6-4E52-97F4-747E595B34BA}">
      <dsp:nvSpPr>
        <dsp:cNvPr id="0" name=""/>
        <dsp:cNvSpPr/>
      </dsp:nvSpPr>
      <dsp:spPr>
        <a:xfrm>
          <a:off x="206057" y="1007939"/>
          <a:ext cx="374649" cy="3746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602868-5AE5-45B2-AF48-E08795C430C4}">
      <dsp:nvSpPr>
        <dsp:cNvPr id="0" name=""/>
        <dsp:cNvSpPr/>
      </dsp:nvSpPr>
      <dsp:spPr>
        <a:xfrm>
          <a:off x="786764" y="854674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Code review automation</a:t>
          </a:r>
        </a:p>
      </dsp:txBody>
      <dsp:txXfrm>
        <a:off x="786764" y="854674"/>
        <a:ext cx="8831368" cy="681180"/>
      </dsp:txXfrm>
    </dsp:sp>
    <dsp:sp modelId="{730BC2AF-21B5-419A-B897-DCE73C6D1ADC}">
      <dsp:nvSpPr>
        <dsp:cNvPr id="0" name=""/>
        <dsp:cNvSpPr/>
      </dsp:nvSpPr>
      <dsp:spPr>
        <a:xfrm>
          <a:off x="0" y="1706150"/>
          <a:ext cx="9618133" cy="6811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DBD2B0-E5C1-4B79-BC37-2D61C9724F42}">
      <dsp:nvSpPr>
        <dsp:cNvPr id="0" name=""/>
        <dsp:cNvSpPr/>
      </dsp:nvSpPr>
      <dsp:spPr>
        <a:xfrm>
          <a:off x="206057" y="1859416"/>
          <a:ext cx="374649" cy="3746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F18FB-E1F4-4B04-A7F1-9362D30A5025}">
      <dsp:nvSpPr>
        <dsp:cNvPr id="0" name=""/>
        <dsp:cNvSpPr/>
      </dsp:nvSpPr>
      <dsp:spPr>
        <a:xfrm>
          <a:off x="786764" y="1706150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Secure application development</a:t>
          </a:r>
        </a:p>
      </dsp:txBody>
      <dsp:txXfrm>
        <a:off x="786764" y="1706150"/>
        <a:ext cx="8831368" cy="681180"/>
      </dsp:txXfrm>
    </dsp:sp>
    <dsp:sp modelId="{1075DD3D-2BCC-4CE6-97EB-937A6CAC05B9}">
      <dsp:nvSpPr>
        <dsp:cNvPr id="0" name=""/>
        <dsp:cNvSpPr/>
      </dsp:nvSpPr>
      <dsp:spPr>
        <a:xfrm>
          <a:off x="0" y="2557626"/>
          <a:ext cx="9618133" cy="6811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80021F-2BFC-4D08-969E-E62544F69F5C}">
      <dsp:nvSpPr>
        <dsp:cNvPr id="0" name=""/>
        <dsp:cNvSpPr/>
      </dsp:nvSpPr>
      <dsp:spPr>
        <a:xfrm>
          <a:off x="206057" y="2710892"/>
          <a:ext cx="374649" cy="3746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6AC0C-FD79-4F9B-BC26-D6A3A7AD913F}">
      <dsp:nvSpPr>
        <dsp:cNvPr id="0" name=""/>
        <dsp:cNvSpPr/>
      </dsp:nvSpPr>
      <dsp:spPr>
        <a:xfrm>
          <a:off x="786764" y="2557626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AI-assisted DevOps pipelines</a:t>
          </a:r>
        </a:p>
      </dsp:txBody>
      <dsp:txXfrm>
        <a:off x="786764" y="2557626"/>
        <a:ext cx="8831368" cy="681180"/>
      </dsp:txXfrm>
    </dsp:sp>
    <dsp:sp modelId="{7B5B4D3C-728C-4836-9A97-607FB291B024}">
      <dsp:nvSpPr>
        <dsp:cNvPr id="0" name=""/>
        <dsp:cNvSpPr/>
      </dsp:nvSpPr>
      <dsp:spPr>
        <a:xfrm>
          <a:off x="0" y="3409102"/>
          <a:ext cx="9618133" cy="68118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9D79FE-F36F-434B-8D10-CF3BBA03B9F5}">
      <dsp:nvSpPr>
        <dsp:cNvPr id="0" name=""/>
        <dsp:cNvSpPr/>
      </dsp:nvSpPr>
      <dsp:spPr>
        <a:xfrm>
          <a:off x="206057" y="3562368"/>
          <a:ext cx="374649" cy="3746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DF066D-28D8-4AEE-A457-DBC3FC9B3088}">
      <dsp:nvSpPr>
        <dsp:cNvPr id="0" name=""/>
        <dsp:cNvSpPr/>
      </dsp:nvSpPr>
      <dsp:spPr>
        <a:xfrm>
          <a:off x="786764" y="3409102"/>
          <a:ext cx="8831368" cy="6811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092" tIns="72092" rIns="72092" bIns="7209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Educational platforms</a:t>
          </a:r>
        </a:p>
      </dsp:txBody>
      <dsp:txXfrm>
        <a:off x="786764" y="3409102"/>
        <a:ext cx="8831368" cy="6811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0C627-F875-4248-812B-E2CCFF8028B7}">
      <dsp:nvSpPr>
        <dsp:cNvPr id="0" name=""/>
        <dsp:cNvSpPr/>
      </dsp:nvSpPr>
      <dsp:spPr>
        <a:xfrm>
          <a:off x="60186" y="441408"/>
          <a:ext cx="1257386" cy="125738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D3D1F5-D739-49B8-9EDC-B3837635B402}">
      <dsp:nvSpPr>
        <dsp:cNvPr id="0" name=""/>
        <dsp:cNvSpPr/>
      </dsp:nvSpPr>
      <dsp:spPr>
        <a:xfrm>
          <a:off x="324237" y="705459"/>
          <a:ext cx="729284" cy="72928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DC3F27-0DBF-444D-B613-8A295E6B78AC}">
      <dsp:nvSpPr>
        <dsp:cNvPr id="0" name=""/>
        <dsp:cNvSpPr/>
      </dsp:nvSpPr>
      <dsp:spPr>
        <a:xfrm>
          <a:off x="1587013" y="441408"/>
          <a:ext cx="2963839" cy="1257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Agentic Code Studio automates core software engineering tasks</a:t>
          </a:r>
        </a:p>
      </dsp:txBody>
      <dsp:txXfrm>
        <a:off x="1587013" y="441408"/>
        <a:ext cx="2963839" cy="1257386"/>
      </dsp:txXfrm>
    </dsp:sp>
    <dsp:sp modelId="{3E317119-55BA-49A9-8691-F48188C998C1}">
      <dsp:nvSpPr>
        <dsp:cNvPr id="0" name=""/>
        <dsp:cNvSpPr/>
      </dsp:nvSpPr>
      <dsp:spPr>
        <a:xfrm>
          <a:off x="5067279" y="441408"/>
          <a:ext cx="1257386" cy="125738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43C8CB-4FE0-429B-A7B3-FB1F1AF47261}">
      <dsp:nvSpPr>
        <dsp:cNvPr id="0" name=""/>
        <dsp:cNvSpPr/>
      </dsp:nvSpPr>
      <dsp:spPr>
        <a:xfrm>
          <a:off x="5331331" y="705459"/>
          <a:ext cx="729284" cy="72928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41C98E-312D-4243-9816-CCA082B9F017}">
      <dsp:nvSpPr>
        <dsp:cNvPr id="0" name=""/>
        <dsp:cNvSpPr/>
      </dsp:nvSpPr>
      <dsp:spPr>
        <a:xfrm>
          <a:off x="6594106" y="441408"/>
          <a:ext cx="2963839" cy="1257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Multi-agent collaboration improves reliability</a:t>
          </a:r>
        </a:p>
      </dsp:txBody>
      <dsp:txXfrm>
        <a:off x="6594106" y="441408"/>
        <a:ext cx="2963839" cy="1257386"/>
      </dsp:txXfrm>
    </dsp:sp>
    <dsp:sp modelId="{A8E4AF06-6372-4592-800D-1A520707B6BE}">
      <dsp:nvSpPr>
        <dsp:cNvPr id="0" name=""/>
        <dsp:cNvSpPr/>
      </dsp:nvSpPr>
      <dsp:spPr>
        <a:xfrm>
          <a:off x="60186" y="2394686"/>
          <a:ext cx="1257386" cy="125738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5AC27B-1572-4881-9F35-F3690EEA1507}">
      <dsp:nvSpPr>
        <dsp:cNvPr id="0" name=""/>
        <dsp:cNvSpPr/>
      </dsp:nvSpPr>
      <dsp:spPr>
        <a:xfrm>
          <a:off x="324237" y="2658738"/>
          <a:ext cx="729284" cy="72928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6A4A00-9987-4E44-AC48-63B529CB5509}">
      <dsp:nvSpPr>
        <dsp:cNvPr id="0" name=""/>
        <dsp:cNvSpPr/>
      </dsp:nvSpPr>
      <dsp:spPr>
        <a:xfrm>
          <a:off x="1587013" y="2394686"/>
          <a:ext cx="2963839" cy="1257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Reduces human effort and improves productivity</a:t>
          </a:r>
        </a:p>
      </dsp:txBody>
      <dsp:txXfrm>
        <a:off x="1587013" y="2394686"/>
        <a:ext cx="2963839" cy="1257386"/>
      </dsp:txXfrm>
    </dsp:sp>
    <dsp:sp modelId="{6842ABCD-0E85-4AF7-8908-EEDFC2B60D8D}">
      <dsp:nvSpPr>
        <dsp:cNvPr id="0" name=""/>
        <dsp:cNvSpPr/>
      </dsp:nvSpPr>
      <dsp:spPr>
        <a:xfrm>
          <a:off x="5067279" y="2394686"/>
          <a:ext cx="1257386" cy="125738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6AC8BD-B16E-4BA4-9E45-DD18C66668CB}">
      <dsp:nvSpPr>
        <dsp:cNvPr id="0" name=""/>
        <dsp:cNvSpPr/>
      </dsp:nvSpPr>
      <dsp:spPr>
        <a:xfrm>
          <a:off x="5331331" y="2658738"/>
          <a:ext cx="729284" cy="72928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ECE44-F741-413C-8EFC-4675A1500587}">
      <dsp:nvSpPr>
        <dsp:cNvPr id="0" name=""/>
        <dsp:cNvSpPr/>
      </dsp:nvSpPr>
      <dsp:spPr>
        <a:xfrm>
          <a:off x="6594106" y="2394686"/>
          <a:ext cx="2963839" cy="1257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Represents the future of AI-assisted software development</a:t>
          </a:r>
        </a:p>
      </dsp:txBody>
      <dsp:txXfrm>
        <a:off x="6594106" y="2394686"/>
        <a:ext cx="2963839" cy="12573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38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786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384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0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6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20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119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306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9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107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48363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127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14489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1387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991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998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64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1208" y="978408"/>
            <a:ext cx="3397649" cy="33037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>
                <a:ea typeface="+mj-lt"/>
                <a:cs typeface="+mj-lt"/>
              </a:rPr>
              <a:t>Agentic Code Studio: AI Bug Detector and Optimizer</a:t>
            </a:r>
            <a:endParaRPr lang="en-US" sz="41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354633"/>
            <a:ext cx="3397649" cy="2145021"/>
          </a:xfrm>
        </p:spPr>
        <p:txBody>
          <a:bodyPr anchor="t">
            <a:normAutofit/>
          </a:bodyPr>
          <a:lstStyle/>
          <a:p>
            <a:r>
              <a:rPr lang="en-US" dirty="0"/>
              <a:t>Team Merlin</a:t>
            </a:r>
          </a:p>
          <a:p>
            <a:r>
              <a:rPr lang="en-US" sz="1400" dirty="0"/>
              <a:t>Kishore B – CB.SC.U4AIE23139</a:t>
            </a:r>
          </a:p>
          <a:p>
            <a:r>
              <a:rPr lang="en-US" sz="1400" dirty="0"/>
              <a:t>Sai Charan M – CB.SC.U4AIE23143</a:t>
            </a:r>
          </a:p>
          <a:p>
            <a:r>
              <a:rPr lang="en-US" sz="1400" dirty="0" err="1"/>
              <a:t>Koushal</a:t>
            </a:r>
            <a:r>
              <a:rPr lang="en-US" sz="1400" dirty="0"/>
              <a:t> Reddy M  - CB.SC.U4AIE23145</a:t>
            </a:r>
          </a:p>
          <a:p>
            <a:r>
              <a:rPr lang="en-US" sz="1400" dirty="0"/>
              <a:t>Mohan Raj – CB.SC.U4AIE23147</a:t>
            </a:r>
          </a:p>
          <a:p>
            <a:r>
              <a:rPr lang="en-US" sz="1400" dirty="0"/>
              <a:t>Naveen Babu M S  - CB.SC.U4AIE23153</a:t>
            </a:r>
          </a:p>
          <a:p>
            <a:endParaRPr lang="en-US" sz="1400" dirty="0"/>
          </a:p>
        </p:txBody>
      </p:sp>
      <p:pic>
        <p:nvPicPr>
          <p:cNvPr id="6" name="Picture 5" descr="Code Bug Software Bug Hidden Inside Stock Illustration 68704024 |  Shutterstock">
            <a:extLst>
              <a:ext uri="{FF2B5EF4-FFF2-40B4-BE49-F238E27FC236}">
                <a16:creationId xmlns:a16="http://schemas.microsoft.com/office/drawing/2014/main" id="{64DF317E-759B-F1B1-3FB8-297EF1BA7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650" y="965741"/>
            <a:ext cx="6572938" cy="53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D26D1-6441-50AE-2CA1-786DEB08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b="0" dirty="0">
                <a:ea typeface="+mj-lt"/>
                <a:cs typeface="+mj-lt"/>
              </a:rPr>
              <a:t>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F117-4449-9064-A73B-C0795F2CC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5220430" cy="370127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/>
              <a:t>Problems in Traditional Software Development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Manual bug detection is </a:t>
            </a:r>
            <a:r>
              <a:rPr lang="en-US" sz="1700" b="1">
                <a:ea typeface="+mn-lt"/>
                <a:cs typeface="+mn-lt"/>
              </a:rPr>
              <a:t>time-consuming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Code optimization depends heavily on </a:t>
            </a:r>
            <a:r>
              <a:rPr lang="en-US" sz="1700" b="1">
                <a:ea typeface="+mn-lt"/>
                <a:cs typeface="+mn-lt"/>
              </a:rPr>
              <a:t>developer experience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Security vulnerabilities are often detected </a:t>
            </a:r>
            <a:r>
              <a:rPr lang="en-US" sz="1700" b="1">
                <a:ea typeface="+mn-lt"/>
                <a:cs typeface="+mn-lt"/>
              </a:rPr>
              <a:t>too late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Code reviews are </a:t>
            </a:r>
            <a:r>
              <a:rPr lang="en-US" sz="1700" b="1">
                <a:ea typeface="+mn-lt"/>
                <a:cs typeface="+mn-lt"/>
              </a:rPr>
              <a:t>inconsistent and error-prone</a:t>
            </a:r>
            <a:endParaRPr lang="en-US" sz="1700"/>
          </a:p>
          <a:p>
            <a:pPr marL="0" indent="0">
              <a:lnSpc>
                <a:spcPct val="90000"/>
              </a:lnSpc>
              <a:buNone/>
            </a:pPr>
            <a:r>
              <a:rPr lang="en-US" sz="1700" b="1"/>
              <a:t>Need for Solution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Automated bug fixing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Intelligent code optimization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Built-in security auditing</a:t>
            </a:r>
            <a:endParaRPr lang="en-US" sz="1700"/>
          </a:p>
          <a:p>
            <a:pPr>
              <a:lnSpc>
                <a:spcPct val="90000"/>
              </a:lnSpc>
            </a:pPr>
            <a:endParaRPr lang="en-US" sz="1700"/>
          </a:p>
        </p:txBody>
      </p:sp>
      <p:pic>
        <p:nvPicPr>
          <p:cNvPr id="7" name="Graphic 6" descr="Warning">
            <a:extLst>
              <a:ext uri="{FF2B5EF4-FFF2-40B4-BE49-F238E27FC236}">
                <a16:creationId xmlns:a16="http://schemas.microsoft.com/office/drawing/2014/main" id="{CDE97A23-BD83-C8C9-0F66-4CDE7B25E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87417" y="2159000"/>
            <a:ext cx="3145536" cy="3145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50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A57E8-E215-6BC9-A21C-D58F37020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>
                <a:ea typeface="+mj-lt"/>
                <a:cs typeface="+mj-lt"/>
              </a:rPr>
              <a:t>Proposed Solution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4DA1D2E-A132-02FF-9EEE-0B0B21FB6E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1697609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616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856DC-68D0-12FF-D951-B3AE2CADD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b="0">
                <a:ea typeface="+mj-lt"/>
                <a:cs typeface="+mj-lt"/>
              </a:rPr>
              <a:t>System Architecture</a:t>
            </a:r>
            <a:endParaRPr lang="en-US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D420359A-E147-18E0-A222-9F4A4FD530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2700391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841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75C91-BD19-2ED9-30DE-FE714E167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ea typeface="+mj-lt"/>
                <a:cs typeface="+mj-lt"/>
              </a:rPr>
              <a:t>Multi-Agent Roles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9AB03-935C-6576-FD3C-2FC33AEBE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2078" y="2247304"/>
            <a:ext cx="5166360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Developer Agent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Writes and fixes code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Applies optimizations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Critic Agent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Reviews logic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Checks best practices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Finds design flaws</a:t>
            </a:r>
            <a:endParaRPr lang="en-US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66E2D-1198-A1BC-4AF9-CFCC4B5683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Tester Agent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Generates unit tests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Executes test cases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Confirms bug fixes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Security Agent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Detects vulnerabilities (SQL Injection, XSS, etc.)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Suggests secure patches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44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F40B4ED-F458-3E75-1366-FD4D8FD8F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Key Features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FF471-E498-C19D-5AB7-FA34D28E9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b="1"/>
              <a:t>Automated Bug Fixing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>
                <a:ea typeface="+mn-lt"/>
                <a:cs typeface="+mn-lt"/>
              </a:rPr>
              <a:t>Iterative fix-review-test loop</a:t>
            </a:r>
            <a:endParaRPr lang="en-US"/>
          </a:p>
          <a:p>
            <a:pPr marL="0" indent="0">
              <a:lnSpc>
                <a:spcPct val="90000"/>
              </a:lnSpc>
              <a:buNone/>
            </a:pPr>
            <a:r>
              <a:rPr lang="en-US" b="1"/>
              <a:t>Code Optimization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>
                <a:ea typeface="+mn-lt"/>
                <a:cs typeface="+mn-lt"/>
              </a:rPr>
              <a:t>Improves time &amp; space complexity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>
                <a:ea typeface="+mn-lt"/>
                <a:cs typeface="+mn-lt"/>
              </a:rPr>
              <a:t>Refactors inefficient logic</a:t>
            </a:r>
            <a:endParaRPr lang="en-US"/>
          </a:p>
          <a:p>
            <a:pPr marL="0" indent="0">
              <a:lnSpc>
                <a:spcPct val="90000"/>
              </a:lnSpc>
              <a:buNone/>
            </a:pPr>
            <a:r>
              <a:rPr lang="en-US" b="1"/>
              <a:t>Security Auditing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>
                <a:ea typeface="+mn-lt"/>
                <a:cs typeface="+mn-lt"/>
              </a:rPr>
              <a:t>Static analysis for vulnerabilities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>
                <a:ea typeface="+mn-lt"/>
                <a:cs typeface="+mn-lt"/>
              </a:rPr>
              <a:t>Secure coding recommendations</a:t>
            </a:r>
            <a:endParaRPr lang="en-US"/>
          </a:p>
          <a:p>
            <a:pPr marL="0" indent="0">
              <a:lnSpc>
                <a:spcPct val="90000"/>
              </a:lnSpc>
              <a:buNone/>
            </a:pPr>
            <a:r>
              <a:rPr lang="en-US" b="1"/>
              <a:t>Modern UI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>
                <a:ea typeface="+mn-lt"/>
                <a:cs typeface="+mn-lt"/>
              </a:rPr>
              <a:t>Interactive </a:t>
            </a:r>
            <a:r>
              <a:rPr lang="en-US" b="1" dirty="0">
                <a:ea typeface="+mn-lt"/>
                <a:cs typeface="+mn-lt"/>
              </a:rPr>
              <a:t>Next.js dashboard</a:t>
            </a:r>
            <a:endParaRPr lang="en-US"/>
          </a:p>
          <a:p>
            <a:pPr>
              <a:lnSpc>
                <a:spcPct val="90000"/>
              </a:lnSpc>
            </a:pPr>
            <a:r>
              <a:rPr lang="en-US" dirty="0">
                <a:ea typeface="+mn-lt"/>
                <a:cs typeface="+mn-lt"/>
              </a:rPr>
              <a:t>Shows: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dirty="0">
                <a:ea typeface="+mn-lt"/>
                <a:cs typeface="+mn-lt"/>
              </a:rPr>
              <a:t>Agent decisions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dirty="0">
                <a:ea typeface="+mn-lt"/>
                <a:cs typeface="+mn-lt"/>
              </a:rPr>
              <a:t>Code diffs</a:t>
            </a:r>
            <a:endParaRPr lang="en-US"/>
          </a:p>
          <a:p>
            <a:pPr lvl="1">
              <a:lnSpc>
                <a:spcPct val="90000"/>
              </a:lnSpc>
            </a:pPr>
            <a:r>
              <a:rPr lang="en-US" dirty="0">
                <a:ea typeface="+mn-lt"/>
                <a:cs typeface="+mn-lt"/>
              </a:rPr>
              <a:t>Chat history</a:t>
            </a:r>
            <a:endParaRPr lang="en-US"/>
          </a:p>
          <a:p>
            <a:pPr>
              <a:lnSpc>
                <a:spcPct val="90000"/>
              </a:lnSpc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2ED567-06B3-4107-9773-BBB6BD786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1CE9F-7F3D-19DD-CABE-48BA9F578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53067"/>
            <a:ext cx="6155266" cy="43518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Backend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 dirty="0">
                <a:ea typeface="+mn-lt"/>
                <a:cs typeface="+mn-lt"/>
              </a:rPr>
              <a:t>Python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 dirty="0" err="1">
                <a:ea typeface="+mn-lt"/>
                <a:cs typeface="+mn-lt"/>
              </a:rPr>
              <a:t>FastAPI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LangGraph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Google Gemini API</a:t>
            </a:r>
            <a:endParaRPr lang="en-US" sz="1700"/>
          </a:p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Frontend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Next.js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React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Tailwind CSS</a:t>
            </a:r>
            <a:endParaRPr lang="en-US" sz="1700"/>
          </a:p>
          <a:p>
            <a:pPr marL="0" indent="0">
              <a:lnSpc>
                <a:spcPct val="90000"/>
              </a:lnSpc>
              <a:buNone/>
            </a:pPr>
            <a:r>
              <a:rPr lang="en-US" sz="1700" b="1" dirty="0"/>
              <a:t>Other Tools</a:t>
            </a:r>
            <a:endParaRPr lang="en-US" sz="1700" dirty="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Unit testing frameworks</a:t>
            </a:r>
            <a:endParaRPr lang="en-US" sz="1700"/>
          </a:p>
          <a:p>
            <a:pPr>
              <a:lnSpc>
                <a:spcPct val="90000"/>
              </a:lnSpc>
            </a:pPr>
            <a:r>
              <a:rPr lang="en-US" sz="1700">
                <a:ea typeface="+mn-lt"/>
                <a:cs typeface="+mn-lt"/>
              </a:rPr>
              <a:t>Static code analysis tools</a:t>
            </a:r>
            <a:endParaRPr lang="en-US" sz="1700"/>
          </a:p>
          <a:p>
            <a:pPr>
              <a:lnSpc>
                <a:spcPct val="90000"/>
              </a:lnSpc>
            </a:pPr>
            <a:endParaRPr lang="en-US" sz="17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51D8B-3775-4477-88B7-7B7C350D3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6" y="0"/>
            <a:ext cx="4657344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901C3D-CFAE-460D-BD0E-7D22164D7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590212" y="0"/>
            <a:ext cx="1059921" cy="6858000"/>
          </a:xfrm>
          <a:prstGeom prst="line">
            <a:avLst/>
          </a:prstGeom>
          <a:ln w="9525">
            <a:solidFill>
              <a:srgbClr val="BFBFBF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7C0EA9-1437-4437-9D20-2BBDA1AA9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21600" y="3721395"/>
            <a:ext cx="4345560" cy="3136604"/>
          </a:xfrm>
          <a:prstGeom prst="line">
            <a:avLst/>
          </a:prstGeom>
          <a:ln w="9525">
            <a:solidFill>
              <a:srgbClr val="BFBFBF">
                <a:alpha val="69804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23">
            <a:extLst>
              <a:ext uri="{FF2B5EF4-FFF2-40B4-BE49-F238E27FC236}">
                <a16:creationId xmlns:a16="http://schemas.microsoft.com/office/drawing/2014/main" id="{BB934D2B-85E2-4375-94EE-B66C16BF7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9B445E02-D785-4565-B842-9567BBC095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2C153736-D102-4F57-9DE7-615AFC02B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BA407A52-66F4-4CDE-A726-FF79F3EC3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D28FFB34-4FC3-46F5-B900-D3B774FD0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Rectangle 29">
            <a:extLst>
              <a:ext uri="{FF2B5EF4-FFF2-40B4-BE49-F238E27FC236}">
                <a16:creationId xmlns:a16="http://schemas.microsoft.com/office/drawing/2014/main" id="{205F7B13-ACB5-46BE-8070-0431266B1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52A0D23-45DD-4DF4-ADE6-A81F409BB9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D13206-8382-E170-0D6B-806ADD094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9658" y="1253067"/>
            <a:ext cx="3371742" cy="4351866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  <a:ea typeface="+mj-lt"/>
                <a:cs typeface="+mj-lt"/>
              </a:rPr>
              <a:t>Technology Stack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176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91E6B2-89DF-B905-863D-52386C301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Project Workflow</a:t>
            </a:r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1A0D8E3C-F35C-2B82-9D43-9488ECC270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8278132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02430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1A2E94-54F6-31A7-B1F0-0615B47F2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Advantages</a:t>
            </a:r>
            <a:endParaRPr lang="en-US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361DA0-183F-3259-9740-76E6FC0B40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1767835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6230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81D53-25DE-94F2-7271-4B317A7EA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Applications</a:t>
            </a:r>
            <a:endParaRPr lang="en-US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A159F7-BD2D-ECDB-075C-9E7A2C8ADA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1604200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860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5F7E3B-C5F1-40E0-A491-558BAFBC1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241804" y="1460500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E373CC4-CF75-3FA9-F32A-7AE5F6CAE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816638"/>
            <a:ext cx="3367359" cy="5224724"/>
          </a:xfrm>
        </p:spPr>
        <p:txBody>
          <a:bodyPr anchor="ctr"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Future Enhancements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14BAC-C742-71EA-A3E7-92EF91651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5" y="816638"/>
            <a:ext cx="4619706" cy="52247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Support for more programming languages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Integration with GitHub pull requests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Real-time CI/CD automation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Advanced vulnerability detection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Cloud deployment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81961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311CA7-CFB4-5B7E-5981-41A1DA03E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Conclusion</a:t>
            </a:r>
            <a:endParaRPr lang="en-US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5ECBC0-ECDB-9839-95F0-4980690FE4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8856324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09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4DE830A-B531-4A3B-96F6-0ECE88B08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813DF2C-461A-4A8F-9679-A172790D1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4CD3A85-C039-4249-86E4-1EB9318B5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887EA6D2-2883-42C2-993D-094CA6D65D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3B895046-636F-4D1B-ACA4-29AA0CB332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Isosceles Triangle 14">
              <a:extLst>
                <a:ext uri="{FF2B5EF4-FFF2-40B4-BE49-F238E27FC236}">
                  <a16:creationId xmlns:a16="http://schemas.microsoft.com/office/drawing/2014/main" id="{C6B0CDE3-E054-4EDD-A43B-F96843D8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3B66B1A2-F145-4C9B-85CC-4BF30D58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28">
              <a:extLst>
                <a:ext uri="{FF2B5EF4-FFF2-40B4-BE49-F238E27FC236}">
                  <a16:creationId xmlns:a16="http://schemas.microsoft.com/office/drawing/2014/main" id="{5D4FC972-94B3-4035-8D31-E668C132B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Rectangle 29">
              <a:extLst>
                <a:ext uri="{FF2B5EF4-FFF2-40B4-BE49-F238E27FC236}">
                  <a16:creationId xmlns:a16="http://schemas.microsoft.com/office/drawing/2014/main" id="{374B9941-AFBE-4A77-A50E-B6EA04A746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27A982C5-2C38-4CE9-BC18-94697AD65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0060D8D1-7BB1-498F-AFBB-ADAC130A9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722B36-D9F6-BA81-86E2-15AA2E479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8424" y="613749"/>
            <a:ext cx="4299666" cy="324913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5A7802B6-FF37-40CF-A7E2-6F2A0D9A9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174" y="1270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AE38061B-9B8B-E569-D6A7-2AADC7D49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8604" y="1550139"/>
            <a:ext cx="3765692" cy="376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15595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379</Words>
  <Application>Microsoft Office PowerPoint</Application>
  <PresentationFormat>Widescreen</PresentationFormat>
  <Paragraphs>110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Agentic Code Studio: AI Bug Detector and Optimizer</vt:lpstr>
      <vt:lpstr>Problem Statement</vt:lpstr>
      <vt:lpstr>Proposed Solution</vt:lpstr>
      <vt:lpstr>System Architecture</vt:lpstr>
      <vt:lpstr>Multi-Agent Roles</vt:lpstr>
      <vt:lpstr>Key Features</vt:lpstr>
      <vt:lpstr>Technology Stack</vt:lpstr>
      <vt:lpstr>Project Workflow</vt:lpstr>
      <vt:lpstr>Advantages</vt:lpstr>
      <vt:lpstr>Applications</vt:lpstr>
      <vt:lpstr>Future Enhancements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Kishore Balaji</cp:lastModifiedBy>
  <cp:revision>107</cp:revision>
  <dcterms:created xsi:type="dcterms:W3CDTF">2026-01-28T16:19:55Z</dcterms:created>
  <dcterms:modified xsi:type="dcterms:W3CDTF">2026-01-29T14:34:48Z</dcterms:modified>
</cp:coreProperties>
</file>