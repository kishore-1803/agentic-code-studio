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5C8BC8-67F8-D945-D95B-C816E6FF0829}" v="25" dt="2026-01-29T16:30:06.215"/>
    <p1510:client id="{CFB0AFF8-DE4C-7C19-4878-CBB4159DE6D4}" v="138" dt="2026-01-28T16:45:00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5F82BC-6C40-4F60-8F47-78EE7CA35B0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11EF93-9520-4BE9-9981-FC86281B3FDC}">
      <dgm:prSet/>
      <dgm:spPr/>
      <dgm:t>
        <a:bodyPr/>
        <a:lstStyle/>
        <a:p>
          <a:r>
            <a:rPr lang="en-US" b="1"/>
            <a:t>Agentic Code Studio</a:t>
          </a:r>
          <a:endParaRPr lang="en-US"/>
        </a:p>
      </dgm:t>
    </dgm:pt>
    <dgm:pt modelId="{DD07FD9D-4F52-41B0-84EE-F6B5363AE92C}" type="parTrans" cxnId="{E086FD25-CC3C-4C11-9D9F-7DB2977689F7}">
      <dgm:prSet/>
      <dgm:spPr/>
      <dgm:t>
        <a:bodyPr/>
        <a:lstStyle/>
        <a:p>
          <a:endParaRPr lang="en-US"/>
        </a:p>
      </dgm:t>
    </dgm:pt>
    <dgm:pt modelId="{2535924E-1688-4DF0-BED8-56A98F69D60A}" type="sibTrans" cxnId="{E086FD25-CC3C-4C11-9D9F-7DB2977689F7}">
      <dgm:prSet/>
      <dgm:spPr/>
      <dgm:t>
        <a:bodyPr/>
        <a:lstStyle/>
        <a:p>
          <a:endParaRPr lang="en-US"/>
        </a:p>
      </dgm:t>
    </dgm:pt>
    <dgm:pt modelId="{AFEAE432-A17F-424F-9054-98D0FB3548C5}">
      <dgm:prSet/>
      <dgm:spPr/>
      <dgm:t>
        <a:bodyPr/>
        <a:lstStyle/>
        <a:p>
          <a:r>
            <a:rPr lang="en-US"/>
            <a:t>An </a:t>
          </a:r>
          <a:r>
            <a:rPr lang="en-US" b="1"/>
            <a:t>autonomous AI software engineering system</a:t>
          </a:r>
          <a:endParaRPr lang="en-US"/>
        </a:p>
      </dgm:t>
    </dgm:pt>
    <dgm:pt modelId="{F50A392F-F0FE-4704-8062-EBCDC222135A}" type="parTrans" cxnId="{E20D2B7E-F971-4C09-A2EA-107A732663E7}">
      <dgm:prSet/>
      <dgm:spPr/>
      <dgm:t>
        <a:bodyPr/>
        <a:lstStyle/>
        <a:p>
          <a:endParaRPr lang="en-US"/>
        </a:p>
      </dgm:t>
    </dgm:pt>
    <dgm:pt modelId="{04FE1E61-583C-45A5-81AD-DEBCA6769611}" type="sibTrans" cxnId="{E20D2B7E-F971-4C09-A2EA-107A732663E7}">
      <dgm:prSet/>
      <dgm:spPr/>
      <dgm:t>
        <a:bodyPr/>
        <a:lstStyle/>
        <a:p>
          <a:endParaRPr lang="en-US"/>
        </a:p>
      </dgm:t>
    </dgm:pt>
    <dgm:pt modelId="{7A7930E3-10E8-4BC6-B751-7E57041856DE}">
      <dgm:prSet/>
      <dgm:spPr/>
      <dgm:t>
        <a:bodyPr/>
        <a:lstStyle/>
        <a:p>
          <a:r>
            <a:rPr lang="en-US"/>
            <a:t>Uses </a:t>
          </a:r>
          <a:r>
            <a:rPr lang="en-US" b="1"/>
            <a:t>multiple specialized AI agents</a:t>
          </a:r>
          <a:endParaRPr lang="en-US"/>
        </a:p>
      </dgm:t>
    </dgm:pt>
    <dgm:pt modelId="{ED477234-975F-459F-8D02-B8300ED81895}" type="parTrans" cxnId="{11E707BB-CC3D-4F9F-80AC-B2A57DC92D0D}">
      <dgm:prSet/>
      <dgm:spPr/>
      <dgm:t>
        <a:bodyPr/>
        <a:lstStyle/>
        <a:p>
          <a:endParaRPr lang="en-US"/>
        </a:p>
      </dgm:t>
    </dgm:pt>
    <dgm:pt modelId="{7ACD4B94-4931-4751-82A9-88D8D18D23A8}" type="sibTrans" cxnId="{11E707BB-CC3D-4F9F-80AC-B2A57DC92D0D}">
      <dgm:prSet/>
      <dgm:spPr/>
      <dgm:t>
        <a:bodyPr/>
        <a:lstStyle/>
        <a:p>
          <a:endParaRPr lang="en-US"/>
        </a:p>
      </dgm:t>
    </dgm:pt>
    <dgm:pt modelId="{1D691095-ECFB-4840-9EB3-38013DF77047}">
      <dgm:prSet/>
      <dgm:spPr/>
      <dgm:t>
        <a:bodyPr/>
        <a:lstStyle/>
        <a:p>
          <a:r>
            <a:rPr lang="en-US"/>
            <a:t>Automatically:</a:t>
          </a:r>
        </a:p>
      </dgm:t>
    </dgm:pt>
    <dgm:pt modelId="{83414A15-B039-4E78-A7C2-2AAA8BBD26B7}" type="parTrans" cxnId="{C07839D6-ECF5-4C00-90BC-CFCF8609FCA2}">
      <dgm:prSet/>
      <dgm:spPr/>
      <dgm:t>
        <a:bodyPr/>
        <a:lstStyle/>
        <a:p>
          <a:endParaRPr lang="en-US"/>
        </a:p>
      </dgm:t>
    </dgm:pt>
    <dgm:pt modelId="{823961F9-75CC-45ED-8AA1-D30CE6E050E6}" type="sibTrans" cxnId="{C07839D6-ECF5-4C00-90BC-CFCF8609FCA2}">
      <dgm:prSet/>
      <dgm:spPr/>
      <dgm:t>
        <a:bodyPr/>
        <a:lstStyle/>
        <a:p>
          <a:endParaRPr lang="en-US"/>
        </a:p>
      </dgm:t>
    </dgm:pt>
    <dgm:pt modelId="{F4CE802A-2A1A-4457-85BA-A085841366C5}">
      <dgm:prSet/>
      <dgm:spPr/>
      <dgm:t>
        <a:bodyPr/>
        <a:lstStyle/>
        <a:p>
          <a:r>
            <a:rPr lang="en-US"/>
            <a:t>Detects bugs</a:t>
          </a:r>
        </a:p>
      </dgm:t>
    </dgm:pt>
    <dgm:pt modelId="{5707486F-93BA-4BF6-B6A3-B3BB0B94EC28}" type="parTrans" cxnId="{F3898575-3D49-41C3-B3B9-261DAB4E3463}">
      <dgm:prSet/>
      <dgm:spPr/>
      <dgm:t>
        <a:bodyPr/>
        <a:lstStyle/>
        <a:p>
          <a:endParaRPr lang="en-US"/>
        </a:p>
      </dgm:t>
    </dgm:pt>
    <dgm:pt modelId="{9210B25B-EEF9-4ACE-B893-02DFD1D44A8C}" type="sibTrans" cxnId="{F3898575-3D49-41C3-B3B9-261DAB4E3463}">
      <dgm:prSet/>
      <dgm:spPr/>
      <dgm:t>
        <a:bodyPr/>
        <a:lstStyle/>
        <a:p>
          <a:endParaRPr lang="en-US"/>
        </a:p>
      </dgm:t>
    </dgm:pt>
    <dgm:pt modelId="{C9B2A930-E477-43F7-973B-ED0296BBE85B}">
      <dgm:prSet/>
      <dgm:spPr/>
      <dgm:t>
        <a:bodyPr/>
        <a:lstStyle/>
        <a:p>
          <a:r>
            <a:rPr lang="en-US"/>
            <a:t>Fixes errors</a:t>
          </a:r>
        </a:p>
      </dgm:t>
    </dgm:pt>
    <dgm:pt modelId="{4FEA247F-52D8-44B8-829B-0D389530CC85}" type="parTrans" cxnId="{FF1E5708-66A3-4DE8-8DA3-4007B30F6760}">
      <dgm:prSet/>
      <dgm:spPr/>
      <dgm:t>
        <a:bodyPr/>
        <a:lstStyle/>
        <a:p>
          <a:endParaRPr lang="en-US"/>
        </a:p>
      </dgm:t>
    </dgm:pt>
    <dgm:pt modelId="{3015E65F-3167-490F-9689-2656B43B5621}" type="sibTrans" cxnId="{FF1E5708-66A3-4DE8-8DA3-4007B30F6760}">
      <dgm:prSet/>
      <dgm:spPr/>
      <dgm:t>
        <a:bodyPr/>
        <a:lstStyle/>
        <a:p>
          <a:endParaRPr lang="en-US"/>
        </a:p>
      </dgm:t>
    </dgm:pt>
    <dgm:pt modelId="{C2FA326E-E08D-4AEB-B5AD-562D9D145E5E}">
      <dgm:prSet/>
      <dgm:spPr/>
      <dgm:t>
        <a:bodyPr/>
        <a:lstStyle/>
        <a:p>
          <a:r>
            <a:rPr lang="en-US"/>
            <a:t>Optimizes performance</a:t>
          </a:r>
        </a:p>
      </dgm:t>
    </dgm:pt>
    <dgm:pt modelId="{88DF8787-2935-4A73-9D98-9A882586769D}" type="parTrans" cxnId="{78611D21-C71A-426F-BF19-4505DDFDF683}">
      <dgm:prSet/>
      <dgm:spPr/>
      <dgm:t>
        <a:bodyPr/>
        <a:lstStyle/>
        <a:p>
          <a:endParaRPr lang="en-US"/>
        </a:p>
      </dgm:t>
    </dgm:pt>
    <dgm:pt modelId="{5FF0E8DF-D26D-43B6-8ACE-347F42A805D0}" type="sibTrans" cxnId="{78611D21-C71A-426F-BF19-4505DDFDF683}">
      <dgm:prSet/>
      <dgm:spPr/>
      <dgm:t>
        <a:bodyPr/>
        <a:lstStyle/>
        <a:p>
          <a:endParaRPr lang="en-US"/>
        </a:p>
      </dgm:t>
    </dgm:pt>
    <dgm:pt modelId="{1C4C318E-CE29-430F-9730-31C112816780}">
      <dgm:prSet/>
      <dgm:spPr/>
      <dgm:t>
        <a:bodyPr/>
        <a:lstStyle/>
        <a:p>
          <a:r>
            <a:rPr lang="en-US"/>
            <a:t>Audits security issues</a:t>
          </a:r>
        </a:p>
      </dgm:t>
    </dgm:pt>
    <dgm:pt modelId="{EA93006F-B7A1-47DE-9B7F-CF39E1FC77C5}" type="parTrans" cxnId="{0A650F89-DCEC-4C7C-8645-A8259B40CFF3}">
      <dgm:prSet/>
      <dgm:spPr/>
      <dgm:t>
        <a:bodyPr/>
        <a:lstStyle/>
        <a:p>
          <a:endParaRPr lang="en-US"/>
        </a:p>
      </dgm:t>
    </dgm:pt>
    <dgm:pt modelId="{03422C71-F2EC-4164-961A-0AF18F614D2E}" type="sibTrans" cxnId="{0A650F89-DCEC-4C7C-8645-A8259B40CFF3}">
      <dgm:prSet/>
      <dgm:spPr/>
      <dgm:t>
        <a:bodyPr/>
        <a:lstStyle/>
        <a:p>
          <a:endParaRPr lang="en-US"/>
        </a:p>
      </dgm:t>
    </dgm:pt>
    <dgm:pt modelId="{40A262F9-8A5C-4FD5-A5E3-6FD728643908}" type="pres">
      <dgm:prSet presAssocID="{D15F82BC-6C40-4F60-8F47-78EE7CA35B0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6FCE4BF-7D8C-4659-BA06-08FF86986433}" type="pres">
      <dgm:prSet presAssocID="{7511EF93-9520-4BE9-9981-FC86281B3FDC}" presName="hierRoot1" presStyleCnt="0"/>
      <dgm:spPr/>
    </dgm:pt>
    <dgm:pt modelId="{E964AFF9-5A99-4236-B2F9-DE2E060B6D6C}" type="pres">
      <dgm:prSet presAssocID="{7511EF93-9520-4BE9-9981-FC86281B3FDC}" presName="composite" presStyleCnt="0"/>
      <dgm:spPr/>
    </dgm:pt>
    <dgm:pt modelId="{D20D1676-D85E-4D98-A7D1-43AA601C01A2}" type="pres">
      <dgm:prSet presAssocID="{7511EF93-9520-4BE9-9981-FC86281B3FDC}" presName="background" presStyleLbl="node0" presStyleIdx="0" presStyleCnt="4"/>
      <dgm:spPr/>
    </dgm:pt>
    <dgm:pt modelId="{8360B311-8F57-4A6D-AE1C-9693D136FCDF}" type="pres">
      <dgm:prSet presAssocID="{7511EF93-9520-4BE9-9981-FC86281B3FDC}" presName="text" presStyleLbl="fgAcc0" presStyleIdx="0" presStyleCnt="4">
        <dgm:presLayoutVars>
          <dgm:chPref val="3"/>
        </dgm:presLayoutVars>
      </dgm:prSet>
      <dgm:spPr/>
    </dgm:pt>
    <dgm:pt modelId="{9BA9D406-FDF2-41DF-99BD-1ED35515B89A}" type="pres">
      <dgm:prSet presAssocID="{7511EF93-9520-4BE9-9981-FC86281B3FDC}" presName="hierChild2" presStyleCnt="0"/>
      <dgm:spPr/>
    </dgm:pt>
    <dgm:pt modelId="{11B57642-46C2-4F7F-8CFB-316679775A56}" type="pres">
      <dgm:prSet presAssocID="{AFEAE432-A17F-424F-9054-98D0FB3548C5}" presName="hierRoot1" presStyleCnt="0"/>
      <dgm:spPr/>
    </dgm:pt>
    <dgm:pt modelId="{A51559F4-E983-4AB1-BE27-BC2C3C2507A1}" type="pres">
      <dgm:prSet presAssocID="{AFEAE432-A17F-424F-9054-98D0FB3548C5}" presName="composite" presStyleCnt="0"/>
      <dgm:spPr/>
    </dgm:pt>
    <dgm:pt modelId="{12332037-D71A-4FF2-9BA7-AC5334FCDEE1}" type="pres">
      <dgm:prSet presAssocID="{AFEAE432-A17F-424F-9054-98D0FB3548C5}" presName="background" presStyleLbl="node0" presStyleIdx="1" presStyleCnt="4"/>
      <dgm:spPr/>
    </dgm:pt>
    <dgm:pt modelId="{1DDB0A90-F57F-44A1-8414-63C365D6C690}" type="pres">
      <dgm:prSet presAssocID="{AFEAE432-A17F-424F-9054-98D0FB3548C5}" presName="text" presStyleLbl="fgAcc0" presStyleIdx="1" presStyleCnt="4">
        <dgm:presLayoutVars>
          <dgm:chPref val="3"/>
        </dgm:presLayoutVars>
      </dgm:prSet>
      <dgm:spPr/>
    </dgm:pt>
    <dgm:pt modelId="{9A2C1FAF-6F90-4DAA-9C09-5D593791DC32}" type="pres">
      <dgm:prSet presAssocID="{AFEAE432-A17F-424F-9054-98D0FB3548C5}" presName="hierChild2" presStyleCnt="0"/>
      <dgm:spPr/>
    </dgm:pt>
    <dgm:pt modelId="{F8C110A0-BDCD-494B-90BA-3A03378F067D}" type="pres">
      <dgm:prSet presAssocID="{7A7930E3-10E8-4BC6-B751-7E57041856DE}" presName="hierRoot1" presStyleCnt="0"/>
      <dgm:spPr/>
    </dgm:pt>
    <dgm:pt modelId="{4D1BAA58-6753-44A6-BCA3-8C98DB69317F}" type="pres">
      <dgm:prSet presAssocID="{7A7930E3-10E8-4BC6-B751-7E57041856DE}" presName="composite" presStyleCnt="0"/>
      <dgm:spPr/>
    </dgm:pt>
    <dgm:pt modelId="{8799D37C-FAF4-4390-85F7-F371273D9780}" type="pres">
      <dgm:prSet presAssocID="{7A7930E3-10E8-4BC6-B751-7E57041856DE}" presName="background" presStyleLbl="node0" presStyleIdx="2" presStyleCnt="4"/>
      <dgm:spPr/>
    </dgm:pt>
    <dgm:pt modelId="{848DF28B-CB70-4B45-8F1E-153A6FB2B9F6}" type="pres">
      <dgm:prSet presAssocID="{7A7930E3-10E8-4BC6-B751-7E57041856DE}" presName="text" presStyleLbl="fgAcc0" presStyleIdx="2" presStyleCnt="4">
        <dgm:presLayoutVars>
          <dgm:chPref val="3"/>
        </dgm:presLayoutVars>
      </dgm:prSet>
      <dgm:spPr/>
    </dgm:pt>
    <dgm:pt modelId="{F89AF59D-CDF7-4CCC-AD9F-F010859CF113}" type="pres">
      <dgm:prSet presAssocID="{7A7930E3-10E8-4BC6-B751-7E57041856DE}" presName="hierChild2" presStyleCnt="0"/>
      <dgm:spPr/>
    </dgm:pt>
    <dgm:pt modelId="{5C8E37AB-0D00-4864-895E-B031517446FD}" type="pres">
      <dgm:prSet presAssocID="{1D691095-ECFB-4840-9EB3-38013DF77047}" presName="hierRoot1" presStyleCnt="0"/>
      <dgm:spPr/>
    </dgm:pt>
    <dgm:pt modelId="{79F64A92-B7D7-4194-9911-0FE42EEF3704}" type="pres">
      <dgm:prSet presAssocID="{1D691095-ECFB-4840-9EB3-38013DF77047}" presName="composite" presStyleCnt="0"/>
      <dgm:spPr/>
    </dgm:pt>
    <dgm:pt modelId="{A1442831-7FA5-41E3-A1BF-06918D478522}" type="pres">
      <dgm:prSet presAssocID="{1D691095-ECFB-4840-9EB3-38013DF77047}" presName="background" presStyleLbl="node0" presStyleIdx="3" presStyleCnt="4"/>
      <dgm:spPr/>
    </dgm:pt>
    <dgm:pt modelId="{C75AD713-192C-4CD0-9815-5846AC8890C1}" type="pres">
      <dgm:prSet presAssocID="{1D691095-ECFB-4840-9EB3-38013DF77047}" presName="text" presStyleLbl="fgAcc0" presStyleIdx="3" presStyleCnt="4">
        <dgm:presLayoutVars>
          <dgm:chPref val="3"/>
        </dgm:presLayoutVars>
      </dgm:prSet>
      <dgm:spPr/>
    </dgm:pt>
    <dgm:pt modelId="{5C7C46C5-D9C4-412C-B421-F16BB604A9E9}" type="pres">
      <dgm:prSet presAssocID="{1D691095-ECFB-4840-9EB3-38013DF77047}" presName="hierChild2" presStyleCnt="0"/>
      <dgm:spPr/>
    </dgm:pt>
    <dgm:pt modelId="{33226414-59D2-4824-AB71-25EDB9686FE2}" type="pres">
      <dgm:prSet presAssocID="{5707486F-93BA-4BF6-B6A3-B3BB0B94EC28}" presName="Name10" presStyleLbl="parChTrans1D2" presStyleIdx="0" presStyleCnt="4"/>
      <dgm:spPr/>
    </dgm:pt>
    <dgm:pt modelId="{D1F7BBE7-98CA-4373-AEB2-3947E0E50205}" type="pres">
      <dgm:prSet presAssocID="{F4CE802A-2A1A-4457-85BA-A085841366C5}" presName="hierRoot2" presStyleCnt="0"/>
      <dgm:spPr/>
    </dgm:pt>
    <dgm:pt modelId="{8CB7E854-A206-4E80-9DB7-42EFBFE05C5A}" type="pres">
      <dgm:prSet presAssocID="{F4CE802A-2A1A-4457-85BA-A085841366C5}" presName="composite2" presStyleCnt="0"/>
      <dgm:spPr/>
    </dgm:pt>
    <dgm:pt modelId="{D30446C6-F550-4524-B1DA-A7F94C589602}" type="pres">
      <dgm:prSet presAssocID="{F4CE802A-2A1A-4457-85BA-A085841366C5}" presName="background2" presStyleLbl="node2" presStyleIdx="0" presStyleCnt="4"/>
      <dgm:spPr/>
    </dgm:pt>
    <dgm:pt modelId="{60162D56-7A5A-4A46-883D-0C3E27A8793D}" type="pres">
      <dgm:prSet presAssocID="{F4CE802A-2A1A-4457-85BA-A085841366C5}" presName="text2" presStyleLbl="fgAcc2" presStyleIdx="0" presStyleCnt="4">
        <dgm:presLayoutVars>
          <dgm:chPref val="3"/>
        </dgm:presLayoutVars>
      </dgm:prSet>
      <dgm:spPr/>
    </dgm:pt>
    <dgm:pt modelId="{7C6770EB-4E4B-4D16-BEF1-D89863C0E7B3}" type="pres">
      <dgm:prSet presAssocID="{F4CE802A-2A1A-4457-85BA-A085841366C5}" presName="hierChild3" presStyleCnt="0"/>
      <dgm:spPr/>
    </dgm:pt>
    <dgm:pt modelId="{4EBFE47D-52A4-4B44-9DB5-32874C0A7BE3}" type="pres">
      <dgm:prSet presAssocID="{4FEA247F-52D8-44B8-829B-0D389530CC85}" presName="Name10" presStyleLbl="parChTrans1D2" presStyleIdx="1" presStyleCnt="4"/>
      <dgm:spPr/>
    </dgm:pt>
    <dgm:pt modelId="{E2C457DC-1347-4CEF-828C-678CFDC5E8A2}" type="pres">
      <dgm:prSet presAssocID="{C9B2A930-E477-43F7-973B-ED0296BBE85B}" presName="hierRoot2" presStyleCnt="0"/>
      <dgm:spPr/>
    </dgm:pt>
    <dgm:pt modelId="{FEF4E38D-3310-47A2-9981-5D4E951B1BD2}" type="pres">
      <dgm:prSet presAssocID="{C9B2A930-E477-43F7-973B-ED0296BBE85B}" presName="composite2" presStyleCnt="0"/>
      <dgm:spPr/>
    </dgm:pt>
    <dgm:pt modelId="{EF9B66F5-8B3A-4517-ADAC-A051ED41B017}" type="pres">
      <dgm:prSet presAssocID="{C9B2A930-E477-43F7-973B-ED0296BBE85B}" presName="background2" presStyleLbl="node2" presStyleIdx="1" presStyleCnt="4"/>
      <dgm:spPr/>
    </dgm:pt>
    <dgm:pt modelId="{52786D64-E050-4538-99B2-D902B1024360}" type="pres">
      <dgm:prSet presAssocID="{C9B2A930-E477-43F7-973B-ED0296BBE85B}" presName="text2" presStyleLbl="fgAcc2" presStyleIdx="1" presStyleCnt="4">
        <dgm:presLayoutVars>
          <dgm:chPref val="3"/>
        </dgm:presLayoutVars>
      </dgm:prSet>
      <dgm:spPr/>
    </dgm:pt>
    <dgm:pt modelId="{ACDC1453-DAE2-438F-8CA0-719E9B841789}" type="pres">
      <dgm:prSet presAssocID="{C9B2A930-E477-43F7-973B-ED0296BBE85B}" presName="hierChild3" presStyleCnt="0"/>
      <dgm:spPr/>
    </dgm:pt>
    <dgm:pt modelId="{7F789038-1A74-4FB3-90C6-22B53FF5CCC7}" type="pres">
      <dgm:prSet presAssocID="{88DF8787-2935-4A73-9D98-9A882586769D}" presName="Name10" presStyleLbl="parChTrans1D2" presStyleIdx="2" presStyleCnt="4"/>
      <dgm:spPr/>
    </dgm:pt>
    <dgm:pt modelId="{7B1F1BED-B5BE-45F9-8308-6CF39D3438C5}" type="pres">
      <dgm:prSet presAssocID="{C2FA326E-E08D-4AEB-B5AD-562D9D145E5E}" presName="hierRoot2" presStyleCnt="0"/>
      <dgm:spPr/>
    </dgm:pt>
    <dgm:pt modelId="{787ED4CD-7669-43DB-A72F-66D210BF2386}" type="pres">
      <dgm:prSet presAssocID="{C2FA326E-E08D-4AEB-B5AD-562D9D145E5E}" presName="composite2" presStyleCnt="0"/>
      <dgm:spPr/>
    </dgm:pt>
    <dgm:pt modelId="{736027EE-4E5C-4A7C-A418-4330047E782C}" type="pres">
      <dgm:prSet presAssocID="{C2FA326E-E08D-4AEB-B5AD-562D9D145E5E}" presName="background2" presStyleLbl="node2" presStyleIdx="2" presStyleCnt="4"/>
      <dgm:spPr/>
    </dgm:pt>
    <dgm:pt modelId="{DABAD7B2-F62A-4EC9-AC13-01BCE5CECFEA}" type="pres">
      <dgm:prSet presAssocID="{C2FA326E-E08D-4AEB-B5AD-562D9D145E5E}" presName="text2" presStyleLbl="fgAcc2" presStyleIdx="2" presStyleCnt="4">
        <dgm:presLayoutVars>
          <dgm:chPref val="3"/>
        </dgm:presLayoutVars>
      </dgm:prSet>
      <dgm:spPr/>
    </dgm:pt>
    <dgm:pt modelId="{1C33C15F-DC49-4E81-B784-3AF638FE11F2}" type="pres">
      <dgm:prSet presAssocID="{C2FA326E-E08D-4AEB-B5AD-562D9D145E5E}" presName="hierChild3" presStyleCnt="0"/>
      <dgm:spPr/>
    </dgm:pt>
    <dgm:pt modelId="{0D585A2A-4112-4246-A773-6EAA9D62C3F0}" type="pres">
      <dgm:prSet presAssocID="{EA93006F-B7A1-47DE-9B7F-CF39E1FC77C5}" presName="Name10" presStyleLbl="parChTrans1D2" presStyleIdx="3" presStyleCnt="4"/>
      <dgm:spPr/>
    </dgm:pt>
    <dgm:pt modelId="{F48A93FF-0D45-45D6-87A2-51986A5803EA}" type="pres">
      <dgm:prSet presAssocID="{1C4C318E-CE29-430F-9730-31C112816780}" presName="hierRoot2" presStyleCnt="0"/>
      <dgm:spPr/>
    </dgm:pt>
    <dgm:pt modelId="{28E65FD3-6E02-41C9-9EC6-07EEE3A17B89}" type="pres">
      <dgm:prSet presAssocID="{1C4C318E-CE29-430F-9730-31C112816780}" presName="composite2" presStyleCnt="0"/>
      <dgm:spPr/>
    </dgm:pt>
    <dgm:pt modelId="{1CBE95E0-2F2A-43D3-B4BD-483815875444}" type="pres">
      <dgm:prSet presAssocID="{1C4C318E-CE29-430F-9730-31C112816780}" presName="background2" presStyleLbl="node2" presStyleIdx="3" presStyleCnt="4"/>
      <dgm:spPr/>
    </dgm:pt>
    <dgm:pt modelId="{16E0A440-628B-4E24-AE09-5D0D62D857F1}" type="pres">
      <dgm:prSet presAssocID="{1C4C318E-CE29-430F-9730-31C112816780}" presName="text2" presStyleLbl="fgAcc2" presStyleIdx="3" presStyleCnt="4">
        <dgm:presLayoutVars>
          <dgm:chPref val="3"/>
        </dgm:presLayoutVars>
      </dgm:prSet>
      <dgm:spPr/>
    </dgm:pt>
    <dgm:pt modelId="{5DDFDB25-A292-4C9A-AE37-4804F7EA921A}" type="pres">
      <dgm:prSet presAssocID="{1C4C318E-CE29-430F-9730-31C112816780}" presName="hierChild3" presStyleCnt="0"/>
      <dgm:spPr/>
    </dgm:pt>
  </dgm:ptLst>
  <dgm:cxnLst>
    <dgm:cxn modelId="{DADED404-29CA-4396-B77F-CE0DE2BB0E89}" type="presOf" srcId="{88DF8787-2935-4A73-9D98-9A882586769D}" destId="{7F789038-1A74-4FB3-90C6-22B53FF5CCC7}" srcOrd="0" destOrd="0" presId="urn:microsoft.com/office/officeart/2005/8/layout/hierarchy1"/>
    <dgm:cxn modelId="{FF1E5708-66A3-4DE8-8DA3-4007B30F6760}" srcId="{1D691095-ECFB-4840-9EB3-38013DF77047}" destId="{C9B2A930-E477-43F7-973B-ED0296BBE85B}" srcOrd="1" destOrd="0" parTransId="{4FEA247F-52D8-44B8-829B-0D389530CC85}" sibTransId="{3015E65F-3167-490F-9689-2656B43B5621}"/>
    <dgm:cxn modelId="{78611D21-C71A-426F-BF19-4505DDFDF683}" srcId="{1D691095-ECFB-4840-9EB3-38013DF77047}" destId="{C2FA326E-E08D-4AEB-B5AD-562D9D145E5E}" srcOrd="2" destOrd="0" parTransId="{88DF8787-2935-4A73-9D98-9A882586769D}" sibTransId="{5FF0E8DF-D26D-43B6-8ACE-347F42A805D0}"/>
    <dgm:cxn modelId="{E086FD25-CC3C-4C11-9D9F-7DB2977689F7}" srcId="{D15F82BC-6C40-4F60-8F47-78EE7CA35B0D}" destId="{7511EF93-9520-4BE9-9981-FC86281B3FDC}" srcOrd="0" destOrd="0" parTransId="{DD07FD9D-4F52-41B0-84EE-F6B5363AE92C}" sibTransId="{2535924E-1688-4DF0-BED8-56A98F69D60A}"/>
    <dgm:cxn modelId="{35CFF929-D0A6-4131-AB17-C80FA45365A6}" type="presOf" srcId="{C9B2A930-E477-43F7-973B-ED0296BBE85B}" destId="{52786D64-E050-4538-99B2-D902B1024360}" srcOrd="0" destOrd="0" presId="urn:microsoft.com/office/officeart/2005/8/layout/hierarchy1"/>
    <dgm:cxn modelId="{B7A61D2B-359E-4143-B3E9-2D437C2FC220}" type="presOf" srcId="{F4CE802A-2A1A-4457-85BA-A085841366C5}" destId="{60162D56-7A5A-4A46-883D-0C3E27A8793D}" srcOrd="0" destOrd="0" presId="urn:microsoft.com/office/officeart/2005/8/layout/hierarchy1"/>
    <dgm:cxn modelId="{8338CF5D-0EC8-42E2-AD8E-9F66D827B514}" type="presOf" srcId="{7A7930E3-10E8-4BC6-B751-7E57041856DE}" destId="{848DF28B-CB70-4B45-8F1E-153A6FB2B9F6}" srcOrd="0" destOrd="0" presId="urn:microsoft.com/office/officeart/2005/8/layout/hierarchy1"/>
    <dgm:cxn modelId="{BCB29645-A4AD-4D24-B281-74265F3DBED8}" type="presOf" srcId="{C2FA326E-E08D-4AEB-B5AD-562D9D145E5E}" destId="{DABAD7B2-F62A-4EC9-AC13-01BCE5CECFEA}" srcOrd="0" destOrd="0" presId="urn:microsoft.com/office/officeart/2005/8/layout/hierarchy1"/>
    <dgm:cxn modelId="{F49EDE46-D60C-4BB2-9781-03D2EBDA6083}" type="presOf" srcId="{5707486F-93BA-4BF6-B6A3-B3BB0B94EC28}" destId="{33226414-59D2-4824-AB71-25EDB9686FE2}" srcOrd="0" destOrd="0" presId="urn:microsoft.com/office/officeart/2005/8/layout/hierarchy1"/>
    <dgm:cxn modelId="{4BE5E16D-2AC6-41F0-BD29-31EC23001442}" type="presOf" srcId="{7511EF93-9520-4BE9-9981-FC86281B3FDC}" destId="{8360B311-8F57-4A6D-AE1C-9693D136FCDF}" srcOrd="0" destOrd="0" presId="urn:microsoft.com/office/officeart/2005/8/layout/hierarchy1"/>
    <dgm:cxn modelId="{F3898575-3D49-41C3-B3B9-261DAB4E3463}" srcId="{1D691095-ECFB-4840-9EB3-38013DF77047}" destId="{F4CE802A-2A1A-4457-85BA-A085841366C5}" srcOrd="0" destOrd="0" parTransId="{5707486F-93BA-4BF6-B6A3-B3BB0B94EC28}" sibTransId="{9210B25B-EEF9-4ACE-B893-02DFD1D44A8C}"/>
    <dgm:cxn modelId="{E20D2B7E-F971-4C09-A2EA-107A732663E7}" srcId="{D15F82BC-6C40-4F60-8F47-78EE7CA35B0D}" destId="{AFEAE432-A17F-424F-9054-98D0FB3548C5}" srcOrd="1" destOrd="0" parTransId="{F50A392F-F0FE-4704-8062-EBCDC222135A}" sibTransId="{04FE1E61-583C-45A5-81AD-DEBCA6769611}"/>
    <dgm:cxn modelId="{BC82807E-FA00-4530-B914-92C40477612E}" type="presOf" srcId="{1D691095-ECFB-4840-9EB3-38013DF77047}" destId="{C75AD713-192C-4CD0-9815-5846AC8890C1}" srcOrd="0" destOrd="0" presId="urn:microsoft.com/office/officeart/2005/8/layout/hierarchy1"/>
    <dgm:cxn modelId="{0A650F89-DCEC-4C7C-8645-A8259B40CFF3}" srcId="{1D691095-ECFB-4840-9EB3-38013DF77047}" destId="{1C4C318E-CE29-430F-9730-31C112816780}" srcOrd="3" destOrd="0" parTransId="{EA93006F-B7A1-47DE-9B7F-CF39E1FC77C5}" sibTransId="{03422C71-F2EC-4164-961A-0AF18F614D2E}"/>
    <dgm:cxn modelId="{F5534590-5554-45C3-B289-E113B4D68406}" type="presOf" srcId="{AFEAE432-A17F-424F-9054-98D0FB3548C5}" destId="{1DDB0A90-F57F-44A1-8414-63C365D6C690}" srcOrd="0" destOrd="0" presId="urn:microsoft.com/office/officeart/2005/8/layout/hierarchy1"/>
    <dgm:cxn modelId="{1404B09E-8563-412D-B1CD-FF847E1D72FF}" type="presOf" srcId="{EA93006F-B7A1-47DE-9B7F-CF39E1FC77C5}" destId="{0D585A2A-4112-4246-A773-6EAA9D62C3F0}" srcOrd="0" destOrd="0" presId="urn:microsoft.com/office/officeart/2005/8/layout/hierarchy1"/>
    <dgm:cxn modelId="{11E707BB-CC3D-4F9F-80AC-B2A57DC92D0D}" srcId="{D15F82BC-6C40-4F60-8F47-78EE7CA35B0D}" destId="{7A7930E3-10E8-4BC6-B751-7E57041856DE}" srcOrd="2" destOrd="0" parTransId="{ED477234-975F-459F-8D02-B8300ED81895}" sibTransId="{7ACD4B94-4931-4751-82A9-88D8D18D23A8}"/>
    <dgm:cxn modelId="{800A07C1-5ED5-4DDF-9CC1-0DD97ABDE8B9}" type="presOf" srcId="{1C4C318E-CE29-430F-9730-31C112816780}" destId="{16E0A440-628B-4E24-AE09-5D0D62D857F1}" srcOrd="0" destOrd="0" presId="urn:microsoft.com/office/officeart/2005/8/layout/hierarchy1"/>
    <dgm:cxn modelId="{C07839D6-ECF5-4C00-90BC-CFCF8609FCA2}" srcId="{D15F82BC-6C40-4F60-8F47-78EE7CA35B0D}" destId="{1D691095-ECFB-4840-9EB3-38013DF77047}" srcOrd="3" destOrd="0" parTransId="{83414A15-B039-4E78-A7C2-2AAA8BBD26B7}" sibTransId="{823961F9-75CC-45ED-8AA1-D30CE6E050E6}"/>
    <dgm:cxn modelId="{2CE9D6DF-84B5-4807-A53A-DFF7902F5917}" type="presOf" srcId="{D15F82BC-6C40-4F60-8F47-78EE7CA35B0D}" destId="{40A262F9-8A5C-4FD5-A5E3-6FD728643908}" srcOrd="0" destOrd="0" presId="urn:microsoft.com/office/officeart/2005/8/layout/hierarchy1"/>
    <dgm:cxn modelId="{D70E42E5-05D1-4050-8D1F-31077234CB88}" type="presOf" srcId="{4FEA247F-52D8-44B8-829B-0D389530CC85}" destId="{4EBFE47D-52A4-4B44-9DB5-32874C0A7BE3}" srcOrd="0" destOrd="0" presId="urn:microsoft.com/office/officeart/2005/8/layout/hierarchy1"/>
    <dgm:cxn modelId="{24B92BFE-27E0-424F-8EB6-4B2C916CA474}" type="presParOf" srcId="{40A262F9-8A5C-4FD5-A5E3-6FD728643908}" destId="{86FCE4BF-7D8C-4659-BA06-08FF86986433}" srcOrd="0" destOrd="0" presId="urn:microsoft.com/office/officeart/2005/8/layout/hierarchy1"/>
    <dgm:cxn modelId="{87F30F21-E9C6-44C8-AE1D-7DD4237B0196}" type="presParOf" srcId="{86FCE4BF-7D8C-4659-BA06-08FF86986433}" destId="{E964AFF9-5A99-4236-B2F9-DE2E060B6D6C}" srcOrd="0" destOrd="0" presId="urn:microsoft.com/office/officeart/2005/8/layout/hierarchy1"/>
    <dgm:cxn modelId="{DE8391B0-93BB-4077-B80B-8A77B4FA02F1}" type="presParOf" srcId="{E964AFF9-5A99-4236-B2F9-DE2E060B6D6C}" destId="{D20D1676-D85E-4D98-A7D1-43AA601C01A2}" srcOrd="0" destOrd="0" presId="urn:microsoft.com/office/officeart/2005/8/layout/hierarchy1"/>
    <dgm:cxn modelId="{2CB34F1F-6875-4E1C-9F2C-1A334793BB6D}" type="presParOf" srcId="{E964AFF9-5A99-4236-B2F9-DE2E060B6D6C}" destId="{8360B311-8F57-4A6D-AE1C-9693D136FCDF}" srcOrd="1" destOrd="0" presId="urn:microsoft.com/office/officeart/2005/8/layout/hierarchy1"/>
    <dgm:cxn modelId="{E62BB7E1-CF89-4D89-A224-B764EC58490E}" type="presParOf" srcId="{86FCE4BF-7D8C-4659-BA06-08FF86986433}" destId="{9BA9D406-FDF2-41DF-99BD-1ED35515B89A}" srcOrd="1" destOrd="0" presId="urn:microsoft.com/office/officeart/2005/8/layout/hierarchy1"/>
    <dgm:cxn modelId="{168C175A-1DFC-4430-9A0D-857D9FFF6F50}" type="presParOf" srcId="{40A262F9-8A5C-4FD5-A5E3-6FD728643908}" destId="{11B57642-46C2-4F7F-8CFB-316679775A56}" srcOrd="1" destOrd="0" presId="urn:microsoft.com/office/officeart/2005/8/layout/hierarchy1"/>
    <dgm:cxn modelId="{ED51ABD9-53E8-45DF-B821-F3BDC873CC01}" type="presParOf" srcId="{11B57642-46C2-4F7F-8CFB-316679775A56}" destId="{A51559F4-E983-4AB1-BE27-BC2C3C2507A1}" srcOrd="0" destOrd="0" presId="urn:microsoft.com/office/officeart/2005/8/layout/hierarchy1"/>
    <dgm:cxn modelId="{89175C77-FF07-4AC7-85B6-B17ADE97101E}" type="presParOf" srcId="{A51559F4-E983-4AB1-BE27-BC2C3C2507A1}" destId="{12332037-D71A-4FF2-9BA7-AC5334FCDEE1}" srcOrd="0" destOrd="0" presId="urn:microsoft.com/office/officeart/2005/8/layout/hierarchy1"/>
    <dgm:cxn modelId="{889D4B06-BE59-47A1-90EB-BE846072FF0D}" type="presParOf" srcId="{A51559F4-E983-4AB1-BE27-BC2C3C2507A1}" destId="{1DDB0A90-F57F-44A1-8414-63C365D6C690}" srcOrd="1" destOrd="0" presId="urn:microsoft.com/office/officeart/2005/8/layout/hierarchy1"/>
    <dgm:cxn modelId="{21D1FC6D-AE13-4EDD-84CC-C401DEE8E6AE}" type="presParOf" srcId="{11B57642-46C2-4F7F-8CFB-316679775A56}" destId="{9A2C1FAF-6F90-4DAA-9C09-5D593791DC32}" srcOrd="1" destOrd="0" presId="urn:microsoft.com/office/officeart/2005/8/layout/hierarchy1"/>
    <dgm:cxn modelId="{343A4199-9C71-4AAA-A049-9E6D89EE546A}" type="presParOf" srcId="{40A262F9-8A5C-4FD5-A5E3-6FD728643908}" destId="{F8C110A0-BDCD-494B-90BA-3A03378F067D}" srcOrd="2" destOrd="0" presId="urn:microsoft.com/office/officeart/2005/8/layout/hierarchy1"/>
    <dgm:cxn modelId="{CE74BB4C-A4C4-46E2-A0EE-F6A36A180424}" type="presParOf" srcId="{F8C110A0-BDCD-494B-90BA-3A03378F067D}" destId="{4D1BAA58-6753-44A6-BCA3-8C98DB69317F}" srcOrd="0" destOrd="0" presId="urn:microsoft.com/office/officeart/2005/8/layout/hierarchy1"/>
    <dgm:cxn modelId="{51EE6650-AF9A-4948-B5D8-90F4B8633260}" type="presParOf" srcId="{4D1BAA58-6753-44A6-BCA3-8C98DB69317F}" destId="{8799D37C-FAF4-4390-85F7-F371273D9780}" srcOrd="0" destOrd="0" presId="urn:microsoft.com/office/officeart/2005/8/layout/hierarchy1"/>
    <dgm:cxn modelId="{FD891F0D-5A11-4093-B3D2-A07C51685BD0}" type="presParOf" srcId="{4D1BAA58-6753-44A6-BCA3-8C98DB69317F}" destId="{848DF28B-CB70-4B45-8F1E-153A6FB2B9F6}" srcOrd="1" destOrd="0" presId="urn:microsoft.com/office/officeart/2005/8/layout/hierarchy1"/>
    <dgm:cxn modelId="{43B9839C-7B25-41A1-98D9-3D376F479A94}" type="presParOf" srcId="{F8C110A0-BDCD-494B-90BA-3A03378F067D}" destId="{F89AF59D-CDF7-4CCC-AD9F-F010859CF113}" srcOrd="1" destOrd="0" presId="urn:microsoft.com/office/officeart/2005/8/layout/hierarchy1"/>
    <dgm:cxn modelId="{2CB6BB2A-C348-4A87-A6BE-51A48AF05FDA}" type="presParOf" srcId="{40A262F9-8A5C-4FD5-A5E3-6FD728643908}" destId="{5C8E37AB-0D00-4864-895E-B031517446FD}" srcOrd="3" destOrd="0" presId="urn:microsoft.com/office/officeart/2005/8/layout/hierarchy1"/>
    <dgm:cxn modelId="{1A3EA431-2CA8-43F4-8FCA-580F8182766C}" type="presParOf" srcId="{5C8E37AB-0D00-4864-895E-B031517446FD}" destId="{79F64A92-B7D7-4194-9911-0FE42EEF3704}" srcOrd="0" destOrd="0" presId="urn:microsoft.com/office/officeart/2005/8/layout/hierarchy1"/>
    <dgm:cxn modelId="{09C33934-0CC1-48D2-9492-97FA5FFA15EE}" type="presParOf" srcId="{79F64A92-B7D7-4194-9911-0FE42EEF3704}" destId="{A1442831-7FA5-41E3-A1BF-06918D478522}" srcOrd="0" destOrd="0" presId="urn:microsoft.com/office/officeart/2005/8/layout/hierarchy1"/>
    <dgm:cxn modelId="{D3AE0307-6825-4221-B8C0-B0D15210061F}" type="presParOf" srcId="{79F64A92-B7D7-4194-9911-0FE42EEF3704}" destId="{C75AD713-192C-4CD0-9815-5846AC8890C1}" srcOrd="1" destOrd="0" presId="urn:microsoft.com/office/officeart/2005/8/layout/hierarchy1"/>
    <dgm:cxn modelId="{1D8E5043-489F-4C49-B94E-CF8AAD550AFB}" type="presParOf" srcId="{5C8E37AB-0D00-4864-895E-B031517446FD}" destId="{5C7C46C5-D9C4-412C-B421-F16BB604A9E9}" srcOrd="1" destOrd="0" presId="urn:microsoft.com/office/officeart/2005/8/layout/hierarchy1"/>
    <dgm:cxn modelId="{68CE7F8E-8247-4EF7-9CF4-6DB0A0A543D6}" type="presParOf" srcId="{5C7C46C5-D9C4-412C-B421-F16BB604A9E9}" destId="{33226414-59D2-4824-AB71-25EDB9686FE2}" srcOrd="0" destOrd="0" presId="urn:microsoft.com/office/officeart/2005/8/layout/hierarchy1"/>
    <dgm:cxn modelId="{855FABF3-5E70-489F-B900-2E950000025D}" type="presParOf" srcId="{5C7C46C5-D9C4-412C-B421-F16BB604A9E9}" destId="{D1F7BBE7-98CA-4373-AEB2-3947E0E50205}" srcOrd="1" destOrd="0" presId="urn:microsoft.com/office/officeart/2005/8/layout/hierarchy1"/>
    <dgm:cxn modelId="{DA46AB4A-FBA1-4649-BA44-96827D1768D5}" type="presParOf" srcId="{D1F7BBE7-98CA-4373-AEB2-3947E0E50205}" destId="{8CB7E854-A206-4E80-9DB7-42EFBFE05C5A}" srcOrd="0" destOrd="0" presId="urn:microsoft.com/office/officeart/2005/8/layout/hierarchy1"/>
    <dgm:cxn modelId="{8565C844-4B58-49B1-AABC-69CC550EB2A3}" type="presParOf" srcId="{8CB7E854-A206-4E80-9DB7-42EFBFE05C5A}" destId="{D30446C6-F550-4524-B1DA-A7F94C589602}" srcOrd="0" destOrd="0" presId="urn:microsoft.com/office/officeart/2005/8/layout/hierarchy1"/>
    <dgm:cxn modelId="{AA0B37E6-C0A8-450D-ADC4-C7E21A8D2879}" type="presParOf" srcId="{8CB7E854-A206-4E80-9DB7-42EFBFE05C5A}" destId="{60162D56-7A5A-4A46-883D-0C3E27A8793D}" srcOrd="1" destOrd="0" presId="urn:microsoft.com/office/officeart/2005/8/layout/hierarchy1"/>
    <dgm:cxn modelId="{961378B7-05BE-435C-B23A-908E699C5B74}" type="presParOf" srcId="{D1F7BBE7-98CA-4373-AEB2-3947E0E50205}" destId="{7C6770EB-4E4B-4D16-BEF1-D89863C0E7B3}" srcOrd="1" destOrd="0" presId="urn:microsoft.com/office/officeart/2005/8/layout/hierarchy1"/>
    <dgm:cxn modelId="{7BCE9E77-07A7-4031-9277-91C57723A9C4}" type="presParOf" srcId="{5C7C46C5-D9C4-412C-B421-F16BB604A9E9}" destId="{4EBFE47D-52A4-4B44-9DB5-32874C0A7BE3}" srcOrd="2" destOrd="0" presId="urn:microsoft.com/office/officeart/2005/8/layout/hierarchy1"/>
    <dgm:cxn modelId="{4D1F16DD-A945-495C-A0B5-0EFD6516D1BD}" type="presParOf" srcId="{5C7C46C5-D9C4-412C-B421-F16BB604A9E9}" destId="{E2C457DC-1347-4CEF-828C-678CFDC5E8A2}" srcOrd="3" destOrd="0" presId="urn:microsoft.com/office/officeart/2005/8/layout/hierarchy1"/>
    <dgm:cxn modelId="{9916BA1C-B89B-4E34-8CED-EF8086F5E997}" type="presParOf" srcId="{E2C457DC-1347-4CEF-828C-678CFDC5E8A2}" destId="{FEF4E38D-3310-47A2-9981-5D4E951B1BD2}" srcOrd="0" destOrd="0" presId="urn:microsoft.com/office/officeart/2005/8/layout/hierarchy1"/>
    <dgm:cxn modelId="{65D89FD5-68B3-40A4-B84D-50A1BCC1D3F2}" type="presParOf" srcId="{FEF4E38D-3310-47A2-9981-5D4E951B1BD2}" destId="{EF9B66F5-8B3A-4517-ADAC-A051ED41B017}" srcOrd="0" destOrd="0" presId="urn:microsoft.com/office/officeart/2005/8/layout/hierarchy1"/>
    <dgm:cxn modelId="{344951FD-E799-4390-8F97-DDCD1C7E6457}" type="presParOf" srcId="{FEF4E38D-3310-47A2-9981-5D4E951B1BD2}" destId="{52786D64-E050-4538-99B2-D902B1024360}" srcOrd="1" destOrd="0" presId="urn:microsoft.com/office/officeart/2005/8/layout/hierarchy1"/>
    <dgm:cxn modelId="{5726C3B7-A964-44BA-B9CD-C9AF0981BD71}" type="presParOf" srcId="{E2C457DC-1347-4CEF-828C-678CFDC5E8A2}" destId="{ACDC1453-DAE2-438F-8CA0-719E9B841789}" srcOrd="1" destOrd="0" presId="urn:microsoft.com/office/officeart/2005/8/layout/hierarchy1"/>
    <dgm:cxn modelId="{4979E264-989B-4512-BACF-34CC43DCEF49}" type="presParOf" srcId="{5C7C46C5-D9C4-412C-B421-F16BB604A9E9}" destId="{7F789038-1A74-4FB3-90C6-22B53FF5CCC7}" srcOrd="4" destOrd="0" presId="urn:microsoft.com/office/officeart/2005/8/layout/hierarchy1"/>
    <dgm:cxn modelId="{50BE454E-3BE0-4946-AE7B-05255DE1B921}" type="presParOf" srcId="{5C7C46C5-D9C4-412C-B421-F16BB604A9E9}" destId="{7B1F1BED-B5BE-45F9-8308-6CF39D3438C5}" srcOrd="5" destOrd="0" presId="urn:microsoft.com/office/officeart/2005/8/layout/hierarchy1"/>
    <dgm:cxn modelId="{ABD67DD0-A678-4593-AEE6-249F8714C2BA}" type="presParOf" srcId="{7B1F1BED-B5BE-45F9-8308-6CF39D3438C5}" destId="{787ED4CD-7669-43DB-A72F-66D210BF2386}" srcOrd="0" destOrd="0" presId="urn:microsoft.com/office/officeart/2005/8/layout/hierarchy1"/>
    <dgm:cxn modelId="{BE0A54B7-952A-4F91-97A5-27FCAD6D4E73}" type="presParOf" srcId="{787ED4CD-7669-43DB-A72F-66D210BF2386}" destId="{736027EE-4E5C-4A7C-A418-4330047E782C}" srcOrd="0" destOrd="0" presId="urn:microsoft.com/office/officeart/2005/8/layout/hierarchy1"/>
    <dgm:cxn modelId="{17231E89-6828-453A-908E-8F04018F92D4}" type="presParOf" srcId="{787ED4CD-7669-43DB-A72F-66D210BF2386}" destId="{DABAD7B2-F62A-4EC9-AC13-01BCE5CECFEA}" srcOrd="1" destOrd="0" presId="urn:microsoft.com/office/officeart/2005/8/layout/hierarchy1"/>
    <dgm:cxn modelId="{FD87A0BF-8CCD-43DD-9016-3EB6D0FB7AD9}" type="presParOf" srcId="{7B1F1BED-B5BE-45F9-8308-6CF39D3438C5}" destId="{1C33C15F-DC49-4E81-B784-3AF638FE11F2}" srcOrd="1" destOrd="0" presId="urn:microsoft.com/office/officeart/2005/8/layout/hierarchy1"/>
    <dgm:cxn modelId="{F02755DD-E3F1-43B3-9B04-A08E86C6B74F}" type="presParOf" srcId="{5C7C46C5-D9C4-412C-B421-F16BB604A9E9}" destId="{0D585A2A-4112-4246-A773-6EAA9D62C3F0}" srcOrd="6" destOrd="0" presId="urn:microsoft.com/office/officeart/2005/8/layout/hierarchy1"/>
    <dgm:cxn modelId="{41865980-42A7-43DB-8B05-9DA12F4E7AE7}" type="presParOf" srcId="{5C7C46C5-D9C4-412C-B421-F16BB604A9E9}" destId="{F48A93FF-0D45-45D6-87A2-51986A5803EA}" srcOrd="7" destOrd="0" presId="urn:microsoft.com/office/officeart/2005/8/layout/hierarchy1"/>
    <dgm:cxn modelId="{A85301FB-F640-44AD-98CA-AF7DAD589347}" type="presParOf" srcId="{F48A93FF-0D45-45D6-87A2-51986A5803EA}" destId="{28E65FD3-6E02-41C9-9EC6-07EEE3A17B89}" srcOrd="0" destOrd="0" presId="urn:microsoft.com/office/officeart/2005/8/layout/hierarchy1"/>
    <dgm:cxn modelId="{05FCF27F-19C9-418C-81EE-B46BE3D644FB}" type="presParOf" srcId="{28E65FD3-6E02-41C9-9EC6-07EEE3A17B89}" destId="{1CBE95E0-2F2A-43D3-B4BD-483815875444}" srcOrd="0" destOrd="0" presId="urn:microsoft.com/office/officeart/2005/8/layout/hierarchy1"/>
    <dgm:cxn modelId="{C1EA49E1-40CF-4F68-A30F-53893FDD409C}" type="presParOf" srcId="{28E65FD3-6E02-41C9-9EC6-07EEE3A17B89}" destId="{16E0A440-628B-4E24-AE09-5D0D62D857F1}" srcOrd="1" destOrd="0" presId="urn:microsoft.com/office/officeart/2005/8/layout/hierarchy1"/>
    <dgm:cxn modelId="{7B90DFDA-408D-457D-BC60-A1C51F036E3A}" type="presParOf" srcId="{F48A93FF-0D45-45D6-87A2-51986A5803EA}" destId="{5DDFDB25-A292-4C9A-AE37-4804F7EA921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29AC67-6318-4BCF-82E9-4D92213FCAA9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D228FA6-4F4D-461B-ACBB-BD7E98263AD5}">
      <dgm:prSet/>
      <dgm:spPr/>
      <dgm:t>
        <a:bodyPr/>
        <a:lstStyle/>
        <a:p>
          <a:r>
            <a:rPr lang="en-US" b="1"/>
            <a:t>Automated Bug Fixing</a:t>
          </a:r>
          <a:endParaRPr lang="en-US"/>
        </a:p>
      </dgm:t>
    </dgm:pt>
    <dgm:pt modelId="{904CBCC2-C030-4A61-BB2E-2F3E62DA2C22}" type="parTrans" cxnId="{D4EAA147-A098-4E47-891C-4C7627A22F4D}">
      <dgm:prSet/>
      <dgm:spPr/>
      <dgm:t>
        <a:bodyPr/>
        <a:lstStyle/>
        <a:p>
          <a:endParaRPr lang="en-US"/>
        </a:p>
      </dgm:t>
    </dgm:pt>
    <dgm:pt modelId="{9762CBC5-223F-42EA-8D6D-8598CE84A996}" type="sibTrans" cxnId="{D4EAA147-A098-4E47-891C-4C7627A22F4D}">
      <dgm:prSet/>
      <dgm:spPr/>
      <dgm:t>
        <a:bodyPr/>
        <a:lstStyle/>
        <a:p>
          <a:endParaRPr lang="en-US"/>
        </a:p>
      </dgm:t>
    </dgm:pt>
    <dgm:pt modelId="{F3D9A9A0-85E6-46A9-92F6-8D0FF7EBD347}">
      <dgm:prSet/>
      <dgm:spPr/>
      <dgm:t>
        <a:bodyPr/>
        <a:lstStyle/>
        <a:p>
          <a:r>
            <a:rPr lang="en-US"/>
            <a:t>Iterative fix-review-test loop</a:t>
          </a:r>
        </a:p>
      </dgm:t>
    </dgm:pt>
    <dgm:pt modelId="{3262F4EB-13EE-4231-A4E6-760A53C8F7F9}" type="parTrans" cxnId="{7A1E2F0A-1061-4DAA-BE0D-2CCB7A72831C}">
      <dgm:prSet/>
      <dgm:spPr/>
      <dgm:t>
        <a:bodyPr/>
        <a:lstStyle/>
        <a:p>
          <a:endParaRPr lang="en-US"/>
        </a:p>
      </dgm:t>
    </dgm:pt>
    <dgm:pt modelId="{23FE9D2E-FBB7-48A3-8962-648AF6A78EB3}" type="sibTrans" cxnId="{7A1E2F0A-1061-4DAA-BE0D-2CCB7A72831C}">
      <dgm:prSet/>
      <dgm:spPr/>
      <dgm:t>
        <a:bodyPr/>
        <a:lstStyle/>
        <a:p>
          <a:endParaRPr lang="en-US"/>
        </a:p>
      </dgm:t>
    </dgm:pt>
    <dgm:pt modelId="{49054CA2-B2F6-48D0-A364-0C43028316CD}">
      <dgm:prSet/>
      <dgm:spPr/>
      <dgm:t>
        <a:bodyPr/>
        <a:lstStyle/>
        <a:p>
          <a:r>
            <a:rPr lang="en-US" b="1"/>
            <a:t>Code Optimization</a:t>
          </a:r>
          <a:endParaRPr lang="en-US"/>
        </a:p>
      </dgm:t>
    </dgm:pt>
    <dgm:pt modelId="{286DF36B-78D3-4953-920F-D568FF63196A}" type="parTrans" cxnId="{F5EFE6C4-B5CC-4368-8D72-A67C92790CEF}">
      <dgm:prSet/>
      <dgm:spPr/>
      <dgm:t>
        <a:bodyPr/>
        <a:lstStyle/>
        <a:p>
          <a:endParaRPr lang="en-US"/>
        </a:p>
      </dgm:t>
    </dgm:pt>
    <dgm:pt modelId="{DF910E7E-81F8-49E3-8489-F89F766BC243}" type="sibTrans" cxnId="{F5EFE6C4-B5CC-4368-8D72-A67C92790CEF}">
      <dgm:prSet/>
      <dgm:spPr/>
      <dgm:t>
        <a:bodyPr/>
        <a:lstStyle/>
        <a:p>
          <a:endParaRPr lang="en-US"/>
        </a:p>
      </dgm:t>
    </dgm:pt>
    <dgm:pt modelId="{1B222236-7B7E-476E-955C-708F114CEA2A}">
      <dgm:prSet/>
      <dgm:spPr/>
      <dgm:t>
        <a:bodyPr/>
        <a:lstStyle/>
        <a:p>
          <a:r>
            <a:rPr lang="en-US"/>
            <a:t>Improves time &amp; space complexity</a:t>
          </a:r>
        </a:p>
      </dgm:t>
    </dgm:pt>
    <dgm:pt modelId="{41E04E34-F99B-44EE-9A6A-1B0E3EDAF1F0}" type="parTrans" cxnId="{EB2F40F0-27AA-4D78-B668-3C9D4D87F48F}">
      <dgm:prSet/>
      <dgm:spPr/>
      <dgm:t>
        <a:bodyPr/>
        <a:lstStyle/>
        <a:p>
          <a:endParaRPr lang="en-US"/>
        </a:p>
      </dgm:t>
    </dgm:pt>
    <dgm:pt modelId="{E930ACC3-905C-473C-B569-4D2B0A11E2A5}" type="sibTrans" cxnId="{EB2F40F0-27AA-4D78-B668-3C9D4D87F48F}">
      <dgm:prSet/>
      <dgm:spPr/>
      <dgm:t>
        <a:bodyPr/>
        <a:lstStyle/>
        <a:p>
          <a:endParaRPr lang="en-US"/>
        </a:p>
      </dgm:t>
    </dgm:pt>
    <dgm:pt modelId="{2C6630B5-6E9C-4916-85CE-107A8EF5FE5F}">
      <dgm:prSet/>
      <dgm:spPr/>
      <dgm:t>
        <a:bodyPr/>
        <a:lstStyle/>
        <a:p>
          <a:r>
            <a:rPr lang="en-US"/>
            <a:t>Refactors inefficient logic</a:t>
          </a:r>
        </a:p>
      </dgm:t>
    </dgm:pt>
    <dgm:pt modelId="{D0D11262-409D-487B-88CC-8A6542C3DD4A}" type="parTrans" cxnId="{5F7428DC-AF07-4A60-ACA1-D7BE7017ECA3}">
      <dgm:prSet/>
      <dgm:spPr/>
      <dgm:t>
        <a:bodyPr/>
        <a:lstStyle/>
        <a:p>
          <a:endParaRPr lang="en-US"/>
        </a:p>
      </dgm:t>
    </dgm:pt>
    <dgm:pt modelId="{4C353CBA-26FF-427F-A933-63D3997C9BE3}" type="sibTrans" cxnId="{5F7428DC-AF07-4A60-ACA1-D7BE7017ECA3}">
      <dgm:prSet/>
      <dgm:spPr/>
      <dgm:t>
        <a:bodyPr/>
        <a:lstStyle/>
        <a:p>
          <a:endParaRPr lang="en-US"/>
        </a:p>
      </dgm:t>
    </dgm:pt>
    <dgm:pt modelId="{876D8731-D159-4D83-B223-34008FF33063}">
      <dgm:prSet/>
      <dgm:spPr/>
      <dgm:t>
        <a:bodyPr/>
        <a:lstStyle/>
        <a:p>
          <a:r>
            <a:rPr lang="en-US" b="1"/>
            <a:t>Security Auditing</a:t>
          </a:r>
          <a:endParaRPr lang="en-US"/>
        </a:p>
      </dgm:t>
    </dgm:pt>
    <dgm:pt modelId="{2FFDA321-5583-4280-A520-0209CBBA9D24}" type="parTrans" cxnId="{6C97F81E-8BBD-4C0B-AF3C-79F33B9AD37D}">
      <dgm:prSet/>
      <dgm:spPr/>
      <dgm:t>
        <a:bodyPr/>
        <a:lstStyle/>
        <a:p>
          <a:endParaRPr lang="en-US"/>
        </a:p>
      </dgm:t>
    </dgm:pt>
    <dgm:pt modelId="{57076149-7185-466C-A33E-544B7DAECFAE}" type="sibTrans" cxnId="{6C97F81E-8BBD-4C0B-AF3C-79F33B9AD37D}">
      <dgm:prSet/>
      <dgm:spPr/>
      <dgm:t>
        <a:bodyPr/>
        <a:lstStyle/>
        <a:p>
          <a:endParaRPr lang="en-US"/>
        </a:p>
      </dgm:t>
    </dgm:pt>
    <dgm:pt modelId="{2EF364D4-B4FF-4835-B8AF-FE5D62847C78}">
      <dgm:prSet/>
      <dgm:spPr/>
      <dgm:t>
        <a:bodyPr/>
        <a:lstStyle/>
        <a:p>
          <a:r>
            <a:rPr lang="en-US"/>
            <a:t>Static analysis for vulnerabilities</a:t>
          </a:r>
        </a:p>
      </dgm:t>
    </dgm:pt>
    <dgm:pt modelId="{71D2C1A8-B920-408E-97D5-C6C837136BA3}" type="parTrans" cxnId="{3E553649-20D3-4CB2-9C21-F2DED37B5094}">
      <dgm:prSet/>
      <dgm:spPr/>
      <dgm:t>
        <a:bodyPr/>
        <a:lstStyle/>
        <a:p>
          <a:endParaRPr lang="en-US"/>
        </a:p>
      </dgm:t>
    </dgm:pt>
    <dgm:pt modelId="{557BA4BB-FAF8-4BA1-880C-B61A812A97E2}" type="sibTrans" cxnId="{3E553649-20D3-4CB2-9C21-F2DED37B5094}">
      <dgm:prSet/>
      <dgm:spPr/>
      <dgm:t>
        <a:bodyPr/>
        <a:lstStyle/>
        <a:p>
          <a:endParaRPr lang="en-US"/>
        </a:p>
      </dgm:t>
    </dgm:pt>
    <dgm:pt modelId="{DCD9CBAF-1E63-4668-80E5-C816C2D94745}">
      <dgm:prSet/>
      <dgm:spPr/>
      <dgm:t>
        <a:bodyPr/>
        <a:lstStyle/>
        <a:p>
          <a:r>
            <a:rPr lang="en-US"/>
            <a:t>Secure coding recommendations</a:t>
          </a:r>
        </a:p>
      </dgm:t>
    </dgm:pt>
    <dgm:pt modelId="{4F0E3FCE-C822-4723-86AD-A805DA2F674E}" type="parTrans" cxnId="{6C843DA7-41EA-4354-BF6C-98DE2842BDF8}">
      <dgm:prSet/>
      <dgm:spPr/>
      <dgm:t>
        <a:bodyPr/>
        <a:lstStyle/>
        <a:p>
          <a:endParaRPr lang="en-US"/>
        </a:p>
      </dgm:t>
    </dgm:pt>
    <dgm:pt modelId="{EE33F587-CD92-4A78-AE82-179663A2AF93}" type="sibTrans" cxnId="{6C843DA7-41EA-4354-BF6C-98DE2842BDF8}">
      <dgm:prSet/>
      <dgm:spPr/>
      <dgm:t>
        <a:bodyPr/>
        <a:lstStyle/>
        <a:p>
          <a:endParaRPr lang="en-US"/>
        </a:p>
      </dgm:t>
    </dgm:pt>
    <dgm:pt modelId="{9915633D-20A1-489D-89A6-8CA7045EE7E9}">
      <dgm:prSet/>
      <dgm:spPr/>
      <dgm:t>
        <a:bodyPr/>
        <a:lstStyle/>
        <a:p>
          <a:r>
            <a:rPr lang="en-US" b="1"/>
            <a:t>Modern UI</a:t>
          </a:r>
          <a:endParaRPr lang="en-US"/>
        </a:p>
      </dgm:t>
    </dgm:pt>
    <dgm:pt modelId="{DF220F37-498A-48F3-952F-7051FFB2D05F}" type="parTrans" cxnId="{660DD090-A63A-44BC-99F9-9AA5F32D67D7}">
      <dgm:prSet/>
      <dgm:spPr/>
      <dgm:t>
        <a:bodyPr/>
        <a:lstStyle/>
        <a:p>
          <a:endParaRPr lang="en-US"/>
        </a:p>
      </dgm:t>
    </dgm:pt>
    <dgm:pt modelId="{F23E3B58-AA79-4FB8-A0DC-2900BA752623}" type="sibTrans" cxnId="{660DD090-A63A-44BC-99F9-9AA5F32D67D7}">
      <dgm:prSet/>
      <dgm:spPr/>
      <dgm:t>
        <a:bodyPr/>
        <a:lstStyle/>
        <a:p>
          <a:endParaRPr lang="en-US"/>
        </a:p>
      </dgm:t>
    </dgm:pt>
    <dgm:pt modelId="{E058C30A-4953-464A-8B67-8FDFE1AAE00B}">
      <dgm:prSet/>
      <dgm:spPr/>
      <dgm:t>
        <a:bodyPr/>
        <a:lstStyle/>
        <a:p>
          <a:r>
            <a:rPr lang="en-US"/>
            <a:t>Interactive </a:t>
          </a:r>
          <a:r>
            <a:rPr lang="en-US" b="1"/>
            <a:t>Next.js dashboard</a:t>
          </a:r>
          <a:endParaRPr lang="en-US"/>
        </a:p>
      </dgm:t>
    </dgm:pt>
    <dgm:pt modelId="{193C8C89-D744-4F87-BEBB-ADE3285AF0CF}" type="parTrans" cxnId="{313B6442-251D-4D52-9A86-4588B2F308D6}">
      <dgm:prSet/>
      <dgm:spPr/>
      <dgm:t>
        <a:bodyPr/>
        <a:lstStyle/>
        <a:p>
          <a:endParaRPr lang="en-US"/>
        </a:p>
      </dgm:t>
    </dgm:pt>
    <dgm:pt modelId="{40CE60E2-738D-40FD-8591-8761D177F619}" type="sibTrans" cxnId="{313B6442-251D-4D52-9A86-4588B2F308D6}">
      <dgm:prSet/>
      <dgm:spPr/>
      <dgm:t>
        <a:bodyPr/>
        <a:lstStyle/>
        <a:p>
          <a:endParaRPr lang="en-US"/>
        </a:p>
      </dgm:t>
    </dgm:pt>
    <dgm:pt modelId="{F6CFF801-ACD0-482C-A4CB-54405C63F1E6}">
      <dgm:prSet/>
      <dgm:spPr/>
      <dgm:t>
        <a:bodyPr/>
        <a:lstStyle/>
        <a:p>
          <a:r>
            <a:rPr lang="en-US"/>
            <a:t>Shows:</a:t>
          </a:r>
        </a:p>
      </dgm:t>
    </dgm:pt>
    <dgm:pt modelId="{5304D69B-D5F0-49CA-AE93-CDD4648FC7FC}" type="parTrans" cxnId="{8D4887E4-3BE0-4BF5-847F-7FD0ECD468CC}">
      <dgm:prSet/>
      <dgm:spPr/>
      <dgm:t>
        <a:bodyPr/>
        <a:lstStyle/>
        <a:p>
          <a:endParaRPr lang="en-US"/>
        </a:p>
      </dgm:t>
    </dgm:pt>
    <dgm:pt modelId="{6B5E268E-DA35-4F0B-AC92-6D95F3ADFB79}" type="sibTrans" cxnId="{8D4887E4-3BE0-4BF5-847F-7FD0ECD468CC}">
      <dgm:prSet/>
      <dgm:spPr/>
      <dgm:t>
        <a:bodyPr/>
        <a:lstStyle/>
        <a:p>
          <a:endParaRPr lang="en-US"/>
        </a:p>
      </dgm:t>
    </dgm:pt>
    <dgm:pt modelId="{2D0A68E5-FEFA-4E7E-A781-0635F1B1C4B5}">
      <dgm:prSet/>
      <dgm:spPr/>
      <dgm:t>
        <a:bodyPr/>
        <a:lstStyle/>
        <a:p>
          <a:r>
            <a:rPr lang="en-US"/>
            <a:t>Agent decisions</a:t>
          </a:r>
        </a:p>
      </dgm:t>
    </dgm:pt>
    <dgm:pt modelId="{1996C56F-523B-496D-80FF-0B51878A0C66}" type="parTrans" cxnId="{AA20DD6E-E113-4CE3-8327-F79110DF4836}">
      <dgm:prSet/>
      <dgm:spPr/>
      <dgm:t>
        <a:bodyPr/>
        <a:lstStyle/>
        <a:p>
          <a:endParaRPr lang="en-US"/>
        </a:p>
      </dgm:t>
    </dgm:pt>
    <dgm:pt modelId="{448DC76A-E753-40B0-8654-2FA30CF64AC8}" type="sibTrans" cxnId="{AA20DD6E-E113-4CE3-8327-F79110DF4836}">
      <dgm:prSet/>
      <dgm:spPr/>
      <dgm:t>
        <a:bodyPr/>
        <a:lstStyle/>
        <a:p>
          <a:endParaRPr lang="en-US"/>
        </a:p>
      </dgm:t>
    </dgm:pt>
    <dgm:pt modelId="{E040959D-3B73-4B88-91F1-723529321137}">
      <dgm:prSet/>
      <dgm:spPr/>
      <dgm:t>
        <a:bodyPr/>
        <a:lstStyle/>
        <a:p>
          <a:r>
            <a:rPr lang="en-US"/>
            <a:t>Code diffs</a:t>
          </a:r>
        </a:p>
      </dgm:t>
    </dgm:pt>
    <dgm:pt modelId="{1089A949-1048-4A7B-864D-549F8FF937E3}" type="parTrans" cxnId="{1452139D-3118-446D-9BF5-06C7ECAC0F86}">
      <dgm:prSet/>
      <dgm:spPr/>
      <dgm:t>
        <a:bodyPr/>
        <a:lstStyle/>
        <a:p>
          <a:endParaRPr lang="en-US"/>
        </a:p>
      </dgm:t>
    </dgm:pt>
    <dgm:pt modelId="{228C77F7-01BC-408C-A510-C5586C2DD6BE}" type="sibTrans" cxnId="{1452139D-3118-446D-9BF5-06C7ECAC0F86}">
      <dgm:prSet/>
      <dgm:spPr/>
      <dgm:t>
        <a:bodyPr/>
        <a:lstStyle/>
        <a:p>
          <a:endParaRPr lang="en-US"/>
        </a:p>
      </dgm:t>
    </dgm:pt>
    <dgm:pt modelId="{C530B501-BE34-4459-8291-56144AE253D2}">
      <dgm:prSet/>
      <dgm:spPr/>
      <dgm:t>
        <a:bodyPr/>
        <a:lstStyle/>
        <a:p>
          <a:r>
            <a:rPr lang="en-US"/>
            <a:t>Chat history</a:t>
          </a:r>
        </a:p>
      </dgm:t>
    </dgm:pt>
    <dgm:pt modelId="{043288A6-3BCA-4EAD-A7AA-BB176AB12B52}" type="parTrans" cxnId="{7EA39C4A-0A71-469A-AAD2-82515A87D026}">
      <dgm:prSet/>
      <dgm:spPr/>
      <dgm:t>
        <a:bodyPr/>
        <a:lstStyle/>
        <a:p>
          <a:endParaRPr lang="en-US"/>
        </a:p>
      </dgm:t>
    </dgm:pt>
    <dgm:pt modelId="{5DADCE61-E44E-4019-AAA0-946591861BAD}" type="sibTrans" cxnId="{7EA39C4A-0A71-469A-AAD2-82515A87D026}">
      <dgm:prSet/>
      <dgm:spPr/>
      <dgm:t>
        <a:bodyPr/>
        <a:lstStyle/>
        <a:p>
          <a:endParaRPr lang="en-US"/>
        </a:p>
      </dgm:t>
    </dgm:pt>
    <dgm:pt modelId="{09DF94D6-7C05-45A8-B967-40DB7FC6F2B6}" type="pres">
      <dgm:prSet presAssocID="{5429AC67-6318-4BCF-82E9-4D92213FCAA9}" presName="diagram" presStyleCnt="0">
        <dgm:presLayoutVars>
          <dgm:dir/>
          <dgm:resizeHandles val="exact"/>
        </dgm:presLayoutVars>
      </dgm:prSet>
      <dgm:spPr/>
    </dgm:pt>
    <dgm:pt modelId="{75BC4307-F4C8-40DE-AB57-53916FBA5718}" type="pres">
      <dgm:prSet presAssocID="{BD228FA6-4F4D-461B-ACBB-BD7E98263AD5}" presName="node" presStyleLbl="node1" presStyleIdx="0" presStyleCnt="11">
        <dgm:presLayoutVars>
          <dgm:bulletEnabled val="1"/>
        </dgm:presLayoutVars>
      </dgm:prSet>
      <dgm:spPr/>
    </dgm:pt>
    <dgm:pt modelId="{6E7C18D2-E130-4D9F-A3D1-7626B692C2A5}" type="pres">
      <dgm:prSet presAssocID="{9762CBC5-223F-42EA-8D6D-8598CE84A996}" presName="sibTrans" presStyleCnt="0"/>
      <dgm:spPr/>
    </dgm:pt>
    <dgm:pt modelId="{A88FA4D7-595A-4BA1-9FBA-E308B335F14C}" type="pres">
      <dgm:prSet presAssocID="{F3D9A9A0-85E6-46A9-92F6-8D0FF7EBD347}" presName="node" presStyleLbl="node1" presStyleIdx="1" presStyleCnt="11">
        <dgm:presLayoutVars>
          <dgm:bulletEnabled val="1"/>
        </dgm:presLayoutVars>
      </dgm:prSet>
      <dgm:spPr/>
    </dgm:pt>
    <dgm:pt modelId="{0581F9F3-AD89-4167-A92E-54F4BA7DE762}" type="pres">
      <dgm:prSet presAssocID="{23FE9D2E-FBB7-48A3-8962-648AF6A78EB3}" presName="sibTrans" presStyleCnt="0"/>
      <dgm:spPr/>
    </dgm:pt>
    <dgm:pt modelId="{FDE9C602-B004-486F-92A9-6B34A47CE770}" type="pres">
      <dgm:prSet presAssocID="{49054CA2-B2F6-48D0-A364-0C43028316CD}" presName="node" presStyleLbl="node1" presStyleIdx="2" presStyleCnt="11">
        <dgm:presLayoutVars>
          <dgm:bulletEnabled val="1"/>
        </dgm:presLayoutVars>
      </dgm:prSet>
      <dgm:spPr/>
    </dgm:pt>
    <dgm:pt modelId="{CCEE6D5C-17EB-476F-B210-35CEEBC48716}" type="pres">
      <dgm:prSet presAssocID="{DF910E7E-81F8-49E3-8489-F89F766BC243}" presName="sibTrans" presStyleCnt="0"/>
      <dgm:spPr/>
    </dgm:pt>
    <dgm:pt modelId="{8DAC3066-94BF-48C4-B992-8EBB41A94274}" type="pres">
      <dgm:prSet presAssocID="{1B222236-7B7E-476E-955C-708F114CEA2A}" presName="node" presStyleLbl="node1" presStyleIdx="3" presStyleCnt="11">
        <dgm:presLayoutVars>
          <dgm:bulletEnabled val="1"/>
        </dgm:presLayoutVars>
      </dgm:prSet>
      <dgm:spPr/>
    </dgm:pt>
    <dgm:pt modelId="{5F844A13-2954-4B9D-B047-0377B21301A4}" type="pres">
      <dgm:prSet presAssocID="{E930ACC3-905C-473C-B569-4D2B0A11E2A5}" presName="sibTrans" presStyleCnt="0"/>
      <dgm:spPr/>
    </dgm:pt>
    <dgm:pt modelId="{9B990D57-CEF7-41E4-AFC2-18EF07611740}" type="pres">
      <dgm:prSet presAssocID="{2C6630B5-6E9C-4916-85CE-107A8EF5FE5F}" presName="node" presStyleLbl="node1" presStyleIdx="4" presStyleCnt="11">
        <dgm:presLayoutVars>
          <dgm:bulletEnabled val="1"/>
        </dgm:presLayoutVars>
      </dgm:prSet>
      <dgm:spPr/>
    </dgm:pt>
    <dgm:pt modelId="{1F126220-35B5-4828-9967-45B218BCA9D3}" type="pres">
      <dgm:prSet presAssocID="{4C353CBA-26FF-427F-A933-63D3997C9BE3}" presName="sibTrans" presStyleCnt="0"/>
      <dgm:spPr/>
    </dgm:pt>
    <dgm:pt modelId="{1A3B1B3E-AC3A-4CBB-BD99-468E26C1730D}" type="pres">
      <dgm:prSet presAssocID="{876D8731-D159-4D83-B223-34008FF33063}" presName="node" presStyleLbl="node1" presStyleIdx="5" presStyleCnt="11">
        <dgm:presLayoutVars>
          <dgm:bulletEnabled val="1"/>
        </dgm:presLayoutVars>
      </dgm:prSet>
      <dgm:spPr/>
    </dgm:pt>
    <dgm:pt modelId="{1F72061A-C091-4F3B-9405-2499D2AF2221}" type="pres">
      <dgm:prSet presAssocID="{57076149-7185-466C-A33E-544B7DAECFAE}" presName="sibTrans" presStyleCnt="0"/>
      <dgm:spPr/>
    </dgm:pt>
    <dgm:pt modelId="{BCFAE411-8DA6-4556-88B1-1AEC14FF3903}" type="pres">
      <dgm:prSet presAssocID="{2EF364D4-B4FF-4835-B8AF-FE5D62847C78}" presName="node" presStyleLbl="node1" presStyleIdx="6" presStyleCnt="11">
        <dgm:presLayoutVars>
          <dgm:bulletEnabled val="1"/>
        </dgm:presLayoutVars>
      </dgm:prSet>
      <dgm:spPr/>
    </dgm:pt>
    <dgm:pt modelId="{3331DC58-40B5-4693-958C-B0143823AF15}" type="pres">
      <dgm:prSet presAssocID="{557BA4BB-FAF8-4BA1-880C-B61A812A97E2}" presName="sibTrans" presStyleCnt="0"/>
      <dgm:spPr/>
    </dgm:pt>
    <dgm:pt modelId="{3C734A00-B499-4841-B899-C41191C804D3}" type="pres">
      <dgm:prSet presAssocID="{DCD9CBAF-1E63-4668-80E5-C816C2D94745}" presName="node" presStyleLbl="node1" presStyleIdx="7" presStyleCnt="11">
        <dgm:presLayoutVars>
          <dgm:bulletEnabled val="1"/>
        </dgm:presLayoutVars>
      </dgm:prSet>
      <dgm:spPr/>
    </dgm:pt>
    <dgm:pt modelId="{A9646FEA-6155-4707-A0B7-BC80208E03A2}" type="pres">
      <dgm:prSet presAssocID="{EE33F587-CD92-4A78-AE82-179663A2AF93}" presName="sibTrans" presStyleCnt="0"/>
      <dgm:spPr/>
    </dgm:pt>
    <dgm:pt modelId="{D8C2CC2E-8277-40B3-8B44-FF70B5BE5190}" type="pres">
      <dgm:prSet presAssocID="{9915633D-20A1-489D-89A6-8CA7045EE7E9}" presName="node" presStyleLbl="node1" presStyleIdx="8" presStyleCnt="11">
        <dgm:presLayoutVars>
          <dgm:bulletEnabled val="1"/>
        </dgm:presLayoutVars>
      </dgm:prSet>
      <dgm:spPr/>
    </dgm:pt>
    <dgm:pt modelId="{CB4D6D23-7759-461B-9A23-DFCD7A15DB89}" type="pres">
      <dgm:prSet presAssocID="{F23E3B58-AA79-4FB8-A0DC-2900BA752623}" presName="sibTrans" presStyleCnt="0"/>
      <dgm:spPr/>
    </dgm:pt>
    <dgm:pt modelId="{4416F137-FBE8-49C6-B9BB-052BC0667A01}" type="pres">
      <dgm:prSet presAssocID="{E058C30A-4953-464A-8B67-8FDFE1AAE00B}" presName="node" presStyleLbl="node1" presStyleIdx="9" presStyleCnt="11">
        <dgm:presLayoutVars>
          <dgm:bulletEnabled val="1"/>
        </dgm:presLayoutVars>
      </dgm:prSet>
      <dgm:spPr/>
    </dgm:pt>
    <dgm:pt modelId="{805B5B13-E446-41AA-AD27-3537FFC2D542}" type="pres">
      <dgm:prSet presAssocID="{40CE60E2-738D-40FD-8591-8761D177F619}" presName="sibTrans" presStyleCnt="0"/>
      <dgm:spPr/>
    </dgm:pt>
    <dgm:pt modelId="{1D687881-6B84-45FF-A8E9-764ACD53E0EF}" type="pres">
      <dgm:prSet presAssocID="{F6CFF801-ACD0-482C-A4CB-54405C63F1E6}" presName="node" presStyleLbl="node1" presStyleIdx="10" presStyleCnt="11">
        <dgm:presLayoutVars>
          <dgm:bulletEnabled val="1"/>
        </dgm:presLayoutVars>
      </dgm:prSet>
      <dgm:spPr/>
    </dgm:pt>
  </dgm:ptLst>
  <dgm:cxnLst>
    <dgm:cxn modelId="{7A1E2F0A-1061-4DAA-BE0D-2CCB7A72831C}" srcId="{5429AC67-6318-4BCF-82E9-4D92213FCAA9}" destId="{F3D9A9A0-85E6-46A9-92F6-8D0FF7EBD347}" srcOrd="1" destOrd="0" parTransId="{3262F4EB-13EE-4231-A4E6-760A53C8F7F9}" sibTransId="{23FE9D2E-FBB7-48A3-8962-648AF6A78EB3}"/>
    <dgm:cxn modelId="{6C97F81E-8BBD-4C0B-AF3C-79F33B9AD37D}" srcId="{5429AC67-6318-4BCF-82E9-4D92213FCAA9}" destId="{876D8731-D159-4D83-B223-34008FF33063}" srcOrd="5" destOrd="0" parTransId="{2FFDA321-5583-4280-A520-0209CBBA9D24}" sibTransId="{57076149-7185-466C-A33E-544B7DAECFAE}"/>
    <dgm:cxn modelId="{5A4E1D3E-49BB-4623-9838-C4CECF438C95}" type="presOf" srcId="{F3D9A9A0-85E6-46A9-92F6-8D0FF7EBD347}" destId="{A88FA4D7-595A-4BA1-9FBA-E308B335F14C}" srcOrd="0" destOrd="0" presId="urn:microsoft.com/office/officeart/2005/8/layout/default"/>
    <dgm:cxn modelId="{8439E341-1724-4400-9C02-7CD501F83C7F}" type="presOf" srcId="{1B222236-7B7E-476E-955C-708F114CEA2A}" destId="{8DAC3066-94BF-48C4-B992-8EBB41A94274}" srcOrd="0" destOrd="0" presId="urn:microsoft.com/office/officeart/2005/8/layout/default"/>
    <dgm:cxn modelId="{313B6442-251D-4D52-9A86-4588B2F308D6}" srcId="{5429AC67-6318-4BCF-82E9-4D92213FCAA9}" destId="{E058C30A-4953-464A-8B67-8FDFE1AAE00B}" srcOrd="9" destOrd="0" parTransId="{193C8C89-D744-4F87-BEBB-ADE3285AF0CF}" sibTransId="{40CE60E2-738D-40FD-8591-8761D177F619}"/>
    <dgm:cxn modelId="{D4EAA147-A098-4E47-891C-4C7627A22F4D}" srcId="{5429AC67-6318-4BCF-82E9-4D92213FCAA9}" destId="{BD228FA6-4F4D-461B-ACBB-BD7E98263AD5}" srcOrd="0" destOrd="0" parTransId="{904CBCC2-C030-4A61-BB2E-2F3E62DA2C22}" sibTransId="{9762CBC5-223F-42EA-8D6D-8598CE84A996}"/>
    <dgm:cxn modelId="{3E553649-20D3-4CB2-9C21-F2DED37B5094}" srcId="{5429AC67-6318-4BCF-82E9-4D92213FCAA9}" destId="{2EF364D4-B4FF-4835-B8AF-FE5D62847C78}" srcOrd="6" destOrd="0" parTransId="{71D2C1A8-B920-408E-97D5-C6C837136BA3}" sibTransId="{557BA4BB-FAF8-4BA1-880C-B61A812A97E2}"/>
    <dgm:cxn modelId="{7EA39C4A-0A71-469A-AAD2-82515A87D026}" srcId="{F6CFF801-ACD0-482C-A4CB-54405C63F1E6}" destId="{C530B501-BE34-4459-8291-56144AE253D2}" srcOrd="2" destOrd="0" parTransId="{043288A6-3BCA-4EAD-A7AA-BB176AB12B52}" sibTransId="{5DADCE61-E44E-4019-AAA0-946591861BAD}"/>
    <dgm:cxn modelId="{02B9644D-113A-4503-9D54-92972E35AA6D}" type="presOf" srcId="{E040959D-3B73-4B88-91F1-723529321137}" destId="{1D687881-6B84-45FF-A8E9-764ACD53E0EF}" srcOrd="0" destOrd="2" presId="urn:microsoft.com/office/officeart/2005/8/layout/default"/>
    <dgm:cxn modelId="{AA20DD6E-E113-4CE3-8327-F79110DF4836}" srcId="{F6CFF801-ACD0-482C-A4CB-54405C63F1E6}" destId="{2D0A68E5-FEFA-4E7E-A781-0635F1B1C4B5}" srcOrd="0" destOrd="0" parTransId="{1996C56F-523B-496D-80FF-0B51878A0C66}" sibTransId="{448DC76A-E753-40B0-8654-2FA30CF64AC8}"/>
    <dgm:cxn modelId="{B1EA4779-8BEF-4EDB-B613-B67E5A53FC50}" type="presOf" srcId="{876D8731-D159-4D83-B223-34008FF33063}" destId="{1A3B1B3E-AC3A-4CBB-BD99-468E26C1730D}" srcOrd="0" destOrd="0" presId="urn:microsoft.com/office/officeart/2005/8/layout/default"/>
    <dgm:cxn modelId="{2E0B5D82-C6EC-46FA-AD42-D0B63665A503}" type="presOf" srcId="{2C6630B5-6E9C-4916-85CE-107A8EF5FE5F}" destId="{9B990D57-CEF7-41E4-AFC2-18EF07611740}" srcOrd="0" destOrd="0" presId="urn:microsoft.com/office/officeart/2005/8/layout/default"/>
    <dgm:cxn modelId="{9981AD82-6F2D-468F-BC4F-D2B41D5450F7}" type="presOf" srcId="{2EF364D4-B4FF-4835-B8AF-FE5D62847C78}" destId="{BCFAE411-8DA6-4556-88B1-1AEC14FF3903}" srcOrd="0" destOrd="0" presId="urn:microsoft.com/office/officeart/2005/8/layout/default"/>
    <dgm:cxn modelId="{0A80588C-4215-4A42-9E0A-AE9EF24DE5D1}" type="presOf" srcId="{DCD9CBAF-1E63-4668-80E5-C816C2D94745}" destId="{3C734A00-B499-4841-B899-C41191C804D3}" srcOrd="0" destOrd="0" presId="urn:microsoft.com/office/officeart/2005/8/layout/default"/>
    <dgm:cxn modelId="{660DD090-A63A-44BC-99F9-9AA5F32D67D7}" srcId="{5429AC67-6318-4BCF-82E9-4D92213FCAA9}" destId="{9915633D-20A1-489D-89A6-8CA7045EE7E9}" srcOrd="8" destOrd="0" parTransId="{DF220F37-498A-48F3-952F-7051FFB2D05F}" sibTransId="{F23E3B58-AA79-4FB8-A0DC-2900BA752623}"/>
    <dgm:cxn modelId="{421F8C98-1593-496F-BABF-AB17BF1CCB9E}" type="presOf" srcId="{2D0A68E5-FEFA-4E7E-A781-0635F1B1C4B5}" destId="{1D687881-6B84-45FF-A8E9-764ACD53E0EF}" srcOrd="0" destOrd="1" presId="urn:microsoft.com/office/officeart/2005/8/layout/default"/>
    <dgm:cxn modelId="{264F8999-A804-4039-AF68-94CC34A4BF1B}" type="presOf" srcId="{5429AC67-6318-4BCF-82E9-4D92213FCAA9}" destId="{09DF94D6-7C05-45A8-B967-40DB7FC6F2B6}" srcOrd="0" destOrd="0" presId="urn:microsoft.com/office/officeart/2005/8/layout/default"/>
    <dgm:cxn modelId="{1452139D-3118-446D-9BF5-06C7ECAC0F86}" srcId="{F6CFF801-ACD0-482C-A4CB-54405C63F1E6}" destId="{E040959D-3B73-4B88-91F1-723529321137}" srcOrd="1" destOrd="0" parTransId="{1089A949-1048-4A7B-864D-549F8FF937E3}" sibTransId="{228C77F7-01BC-408C-A510-C5586C2DD6BE}"/>
    <dgm:cxn modelId="{9ECE8E9E-97A5-489D-9A44-1F2C58B53FD4}" type="presOf" srcId="{C530B501-BE34-4459-8291-56144AE253D2}" destId="{1D687881-6B84-45FF-A8E9-764ACD53E0EF}" srcOrd="0" destOrd="3" presId="urn:microsoft.com/office/officeart/2005/8/layout/default"/>
    <dgm:cxn modelId="{C1D30CA0-77B1-4AB7-A51E-E97FEEF23383}" type="presOf" srcId="{F6CFF801-ACD0-482C-A4CB-54405C63F1E6}" destId="{1D687881-6B84-45FF-A8E9-764ACD53E0EF}" srcOrd="0" destOrd="0" presId="urn:microsoft.com/office/officeart/2005/8/layout/default"/>
    <dgm:cxn modelId="{8D8A5AA5-8355-4D42-877D-6DA2D2AAFCB6}" type="presOf" srcId="{49054CA2-B2F6-48D0-A364-0C43028316CD}" destId="{FDE9C602-B004-486F-92A9-6B34A47CE770}" srcOrd="0" destOrd="0" presId="urn:microsoft.com/office/officeart/2005/8/layout/default"/>
    <dgm:cxn modelId="{6C843DA7-41EA-4354-BF6C-98DE2842BDF8}" srcId="{5429AC67-6318-4BCF-82E9-4D92213FCAA9}" destId="{DCD9CBAF-1E63-4668-80E5-C816C2D94745}" srcOrd="7" destOrd="0" parTransId="{4F0E3FCE-C822-4723-86AD-A805DA2F674E}" sibTransId="{EE33F587-CD92-4A78-AE82-179663A2AF93}"/>
    <dgm:cxn modelId="{BECA94BC-D1D4-42F0-9FF9-63A74225A947}" type="presOf" srcId="{E058C30A-4953-464A-8B67-8FDFE1AAE00B}" destId="{4416F137-FBE8-49C6-B9BB-052BC0667A01}" srcOrd="0" destOrd="0" presId="urn:microsoft.com/office/officeart/2005/8/layout/default"/>
    <dgm:cxn modelId="{84D952C1-D020-40C3-A9D0-2439D97E7215}" type="presOf" srcId="{BD228FA6-4F4D-461B-ACBB-BD7E98263AD5}" destId="{75BC4307-F4C8-40DE-AB57-53916FBA5718}" srcOrd="0" destOrd="0" presId="urn:microsoft.com/office/officeart/2005/8/layout/default"/>
    <dgm:cxn modelId="{F5EFE6C4-B5CC-4368-8D72-A67C92790CEF}" srcId="{5429AC67-6318-4BCF-82E9-4D92213FCAA9}" destId="{49054CA2-B2F6-48D0-A364-0C43028316CD}" srcOrd="2" destOrd="0" parTransId="{286DF36B-78D3-4953-920F-D568FF63196A}" sibTransId="{DF910E7E-81F8-49E3-8489-F89F766BC243}"/>
    <dgm:cxn modelId="{D30E83D6-011A-446E-B42A-CA3C8854CA9B}" type="presOf" srcId="{9915633D-20A1-489D-89A6-8CA7045EE7E9}" destId="{D8C2CC2E-8277-40B3-8B44-FF70B5BE5190}" srcOrd="0" destOrd="0" presId="urn:microsoft.com/office/officeart/2005/8/layout/default"/>
    <dgm:cxn modelId="{5F7428DC-AF07-4A60-ACA1-D7BE7017ECA3}" srcId="{5429AC67-6318-4BCF-82E9-4D92213FCAA9}" destId="{2C6630B5-6E9C-4916-85CE-107A8EF5FE5F}" srcOrd="4" destOrd="0" parTransId="{D0D11262-409D-487B-88CC-8A6542C3DD4A}" sibTransId="{4C353CBA-26FF-427F-A933-63D3997C9BE3}"/>
    <dgm:cxn modelId="{8D4887E4-3BE0-4BF5-847F-7FD0ECD468CC}" srcId="{5429AC67-6318-4BCF-82E9-4D92213FCAA9}" destId="{F6CFF801-ACD0-482C-A4CB-54405C63F1E6}" srcOrd="10" destOrd="0" parTransId="{5304D69B-D5F0-49CA-AE93-CDD4648FC7FC}" sibTransId="{6B5E268E-DA35-4F0B-AC92-6D95F3ADFB79}"/>
    <dgm:cxn modelId="{EB2F40F0-27AA-4D78-B668-3C9D4D87F48F}" srcId="{5429AC67-6318-4BCF-82E9-4D92213FCAA9}" destId="{1B222236-7B7E-476E-955C-708F114CEA2A}" srcOrd="3" destOrd="0" parTransId="{41E04E34-F99B-44EE-9A6A-1B0E3EDAF1F0}" sibTransId="{E930ACC3-905C-473C-B569-4D2B0A11E2A5}"/>
    <dgm:cxn modelId="{B74CCA9D-BA0A-436B-8BED-41552387F023}" type="presParOf" srcId="{09DF94D6-7C05-45A8-B967-40DB7FC6F2B6}" destId="{75BC4307-F4C8-40DE-AB57-53916FBA5718}" srcOrd="0" destOrd="0" presId="urn:microsoft.com/office/officeart/2005/8/layout/default"/>
    <dgm:cxn modelId="{15847F4F-878F-4763-9B73-C2CAB3ADF07A}" type="presParOf" srcId="{09DF94D6-7C05-45A8-B967-40DB7FC6F2B6}" destId="{6E7C18D2-E130-4D9F-A3D1-7626B692C2A5}" srcOrd="1" destOrd="0" presId="urn:microsoft.com/office/officeart/2005/8/layout/default"/>
    <dgm:cxn modelId="{7EA7CA6C-B6C6-4ACC-9EF6-1DAE8A3F7CFD}" type="presParOf" srcId="{09DF94D6-7C05-45A8-B967-40DB7FC6F2B6}" destId="{A88FA4D7-595A-4BA1-9FBA-E308B335F14C}" srcOrd="2" destOrd="0" presId="urn:microsoft.com/office/officeart/2005/8/layout/default"/>
    <dgm:cxn modelId="{D3531A17-DD3B-40F6-BB7C-4ECCFCD6E6D5}" type="presParOf" srcId="{09DF94D6-7C05-45A8-B967-40DB7FC6F2B6}" destId="{0581F9F3-AD89-4167-A92E-54F4BA7DE762}" srcOrd="3" destOrd="0" presId="urn:microsoft.com/office/officeart/2005/8/layout/default"/>
    <dgm:cxn modelId="{511EE799-D2E4-40A9-B687-C5C637BF2D74}" type="presParOf" srcId="{09DF94D6-7C05-45A8-B967-40DB7FC6F2B6}" destId="{FDE9C602-B004-486F-92A9-6B34A47CE770}" srcOrd="4" destOrd="0" presId="urn:microsoft.com/office/officeart/2005/8/layout/default"/>
    <dgm:cxn modelId="{8A047F9D-5ACB-4B95-B22A-9A02DEEAFF90}" type="presParOf" srcId="{09DF94D6-7C05-45A8-B967-40DB7FC6F2B6}" destId="{CCEE6D5C-17EB-476F-B210-35CEEBC48716}" srcOrd="5" destOrd="0" presId="urn:microsoft.com/office/officeart/2005/8/layout/default"/>
    <dgm:cxn modelId="{257D0C64-4EE0-417E-A86B-74B46E5EEDCA}" type="presParOf" srcId="{09DF94D6-7C05-45A8-B967-40DB7FC6F2B6}" destId="{8DAC3066-94BF-48C4-B992-8EBB41A94274}" srcOrd="6" destOrd="0" presId="urn:microsoft.com/office/officeart/2005/8/layout/default"/>
    <dgm:cxn modelId="{ED1E16D8-12EA-4F9C-B3D1-678E27D567C6}" type="presParOf" srcId="{09DF94D6-7C05-45A8-B967-40DB7FC6F2B6}" destId="{5F844A13-2954-4B9D-B047-0377B21301A4}" srcOrd="7" destOrd="0" presId="urn:microsoft.com/office/officeart/2005/8/layout/default"/>
    <dgm:cxn modelId="{9BBB775E-E602-4411-9AFC-7BEAABAB4BE8}" type="presParOf" srcId="{09DF94D6-7C05-45A8-B967-40DB7FC6F2B6}" destId="{9B990D57-CEF7-41E4-AFC2-18EF07611740}" srcOrd="8" destOrd="0" presId="urn:microsoft.com/office/officeart/2005/8/layout/default"/>
    <dgm:cxn modelId="{15E1CCDC-64C2-479F-9C1F-301A027013FE}" type="presParOf" srcId="{09DF94D6-7C05-45A8-B967-40DB7FC6F2B6}" destId="{1F126220-35B5-4828-9967-45B218BCA9D3}" srcOrd="9" destOrd="0" presId="urn:microsoft.com/office/officeart/2005/8/layout/default"/>
    <dgm:cxn modelId="{98817153-B2AF-4D2D-AF3F-730A75011B30}" type="presParOf" srcId="{09DF94D6-7C05-45A8-B967-40DB7FC6F2B6}" destId="{1A3B1B3E-AC3A-4CBB-BD99-468E26C1730D}" srcOrd="10" destOrd="0" presId="urn:microsoft.com/office/officeart/2005/8/layout/default"/>
    <dgm:cxn modelId="{DBB6E9FE-C167-4FBA-BE00-74D5A5C90837}" type="presParOf" srcId="{09DF94D6-7C05-45A8-B967-40DB7FC6F2B6}" destId="{1F72061A-C091-4F3B-9405-2499D2AF2221}" srcOrd="11" destOrd="0" presId="urn:microsoft.com/office/officeart/2005/8/layout/default"/>
    <dgm:cxn modelId="{17B8BFDC-C9D7-453D-93A7-07E105FD0154}" type="presParOf" srcId="{09DF94D6-7C05-45A8-B967-40DB7FC6F2B6}" destId="{BCFAE411-8DA6-4556-88B1-1AEC14FF3903}" srcOrd="12" destOrd="0" presId="urn:microsoft.com/office/officeart/2005/8/layout/default"/>
    <dgm:cxn modelId="{8311B9EA-323D-46A6-97D3-12076B850A98}" type="presParOf" srcId="{09DF94D6-7C05-45A8-B967-40DB7FC6F2B6}" destId="{3331DC58-40B5-4693-958C-B0143823AF15}" srcOrd="13" destOrd="0" presId="urn:microsoft.com/office/officeart/2005/8/layout/default"/>
    <dgm:cxn modelId="{EBD6D9B3-6D41-4598-9F55-1FDF107D9835}" type="presParOf" srcId="{09DF94D6-7C05-45A8-B967-40DB7FC6F2B6}" destId="{3C734A00-B499-4841-B899-C41191C804D3}" srcOrd="14" destOrd="0" presId="urn:microsoft.com/office/officeart/2005/8/layout/default"/>
    <dgm:cxn modelId="{E0E95CAB-8CD8-4D0B-8580-775251E734B1}" type="presParOf" srcId="{09DF94D6-7C05-45A8-B967-40DB7FC6F2B6}" destId="{A9646FEA-6155-4707-A0B7-BC80208E03A2}" srcOrd="15" destOrd="0" presId="urn:microsoft.com/office/officeart/2005/8/layout/default"/>
    <dgm:cxn modelId="{855F438D-D50F-4B99-8F68-47BA3261F6FE}" type="presParOf" srcId="{09DF94D6-7C05-45A8-B967-40DB7FC6F2B6}" destId="{D8C2CC2E-8277-40B3-8B44-FF70B5BE5190}" srcOrd="16" destOrd="0" presId="urn:microsoft.com/office/officeart/2005/8/layout/default"/>
    <dgm:cxn modelId="{5C882683-2109-4910-B386-79CBAF0D0C66}" type="presParOf" srcId="{09DF94D6-7C05-45A8-B967-40DB7FC6F2B6}" destId="{CB4D6D23-7759-461B-9A23-DFCD7A15DB89}" srcOrd="17" destOrd="0" presId="urn:microsoft.com/office/officeart/2005/8/layout/default"/>
    <dgm:cxn modelId="{B3A6E14E-C777-473E-862B-26351E30C4D6}" type="presParOf" srcId="{09DF94D6-7C05-45A8-B967-40DB7FC6F2B6}" destId="{4416F137-FBE8-49C6-B9BB-052BC0667A01}" srcOrd="18" destOrd="0" presId="urn:microsoft.com/office/officeart/2005/8/layout/default"/>
    <dgm:cxn modelId="{51046350-48B5-4E2B-BB17-C81B8BF27680}" type="presParOf" srcId="{09DF94D6-7C05-45A8-B967-40DB7FC6F2B6}" destId="{805B5B13-E446-41AA-AD27-3537FFC2D542}" srcOrd="19" destOrd="0" presId="urn:microsoft.com/office/officeart/2005/8/layout/default"/>
    <dgm:cxn modelId="{42ED3CE7-574B-4AB9-8612-7489FDC9C6E8}" type="presParOf" srcId="{09DF94D6-7C05-45A8-B967-40DB7FC6F2B6}" destId="{1D687881-6B84-45FF-A8E9-764ACD53E0EF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3FBABA-F1E6-4610-8D6D-4D669E024191}" type="doc">
      <dgm:prSet loTypeId="urn:microsoft.com/office/officeart/2005/8/layout/default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A352F721-5454-4188-A06A-E9216BCEBC5E}">
      <dgm:prSet/>
      <dgm:spPr/>
      <dgm:t>
        <a:bodyPr/>
        <a:lstStyle/>
        <a:p>
          <a:r>
            <a:rPr lang="en-US"/>
            <a:t>Python</a:t>
          </a:r>
        </a:p>
      </dgm:t>
    </dgm:pt>
    <dgm:pt modelId="{F5C6AA4B-D77E-486C-BD1A-A6B4B6B9F3BB}" type="parTrans" cxnId="{91AEC7C7-8B5A-4B8B-BFA4-B7F3656D351D}">
      <dgm:prSet/>
      <dgm:spPr/>
      <dgm:t>
        <a:bodyPr/>
        <a:lstStyle/>
        <a:p>
          <a:endParaRPr lang="en-US"/>
        </a:p>
      </dgm:t>
    </dgm:pt>
    <dgm:pt modelId="{735F4C27-8499-46DE-983D-963139A266A0}" type="sibTrans" cxnId="{91AEC7C7-8B5A-4B8B-BFA4-B7F3656D351D}">
      <dgm:prSet/>
      <dgm:spPr/>
      <dgm:t>
        <a:bodyPr/>
        <a:lstStyle/>
        <a:p>
          <a:endParaRPr lang="en-US"/>
        </a:p>
      </dgm:t>
    </dgm:pt>
    <dgm:pt modelId="{A0D18DDC-8485-41B5-88FC-2ECD357EDCA6}">
      <dgm:prSet/>
      <dgm:spPr/>
      <dgm:t>
        <a:bodyPr/>
        <a:lstStyle/>
        <a:p>
          <a:r>
            <a:rPr lang="en-US"/>
            <a:t>FastAPI</a:t>
          </a:r>
        </a:p>
      </dgm:t>
    </dgm:pt>
    <dgm:pt modelId="{02CD9334-596F-4B12-8330-6707802E47F8}" type="parTrans" cxnId="{3E1478F7-C4B8-4A0B-A4E6-0A5601E5BAFD}">
      <dgm:prSet/>
      <dgm:spPr/>
      <dgm:t>
        <a:bodyPr/>
        <a:lstStyle/>
        <a:p>
          <a:endParaRPr lang="en-US"/>
        </a:p>
      </dgm:t>
    </dgm:pt>
    <dgm:pt modelId="{FF31F9A6-C5B3-4550-B344-2787C39B618B}" type="sibTrans" cxnId="{3E1478F7-C4B8-4A0B-A4E6-0A5601E5BAFD}">
      <dgm:prSet/>
      <dgm:spPr/>
      <dgm:t>
        <a:bodyPr/>
        <a:lstStyle/>
        <a:p>
          <a:endParaRPr lang="en-US"/>
        </a:p>
      </dgm:t>
    </dgm:pt>
    <dgm:pt modelId="{6C2667C6-38F6-4AB0-AF1C-F6D083CB4B1A}">
      <dgm:prSet/>
      <dgm:spPr/>
      <dgm:t>
        <a:bodyPr/>
        <a:lstStyle/>
        <a:p>
          <a:r>
            <a:rPr lang="en-US"/>
            <a:t>LangGraph</a:t>
          </a:r>
        </a:p>
      </dgm:t>
    </dgm:pt>
    <dgm:pt modelId="{9BD332C7-F855-4584-8A55-C4047CF09C75}" type="parTrans" cxnId="{4E6D6DBE-3832-4959-A3A2-3231C8078300}">
      <dgm:prSet/>
      <dgm:spPr/>
      <dgm:t>
        <a:bodyPr/>
        <a:lstStyle/>
        <a:p>
          <a:endParaRPr lang="en-US"/>
        </a:p>
      </dgm:t>
    </dgm:pt>
    <dgm:pt modelId="{C60E1430-4110-4D48-B542-FE3816C7EFE4}" type="sibTrans" cxnId="{4E6D6DBE-3832-4959-A3A2-3231C8078300}">
      <dgm:prSet/>
      <dgm:spPr/>
      <dgm:t>
        <a:bodyPr/>
        <a:lstStyle/>
        <a:p>
          <a:endParaRPr lang="en-US"/>
        </a:p>
      </dgm:t>
    </dgm:pt>
    <dgm:pt modelId="{14335E77-5132-4140-9F86-6A47DFDC897F}">
      <dgm:prSet/>
      <dgm:spPr/>
      <dgm:t>
        <a:bodyPr/>
        <a:lstStyle/>
        <a:p>
          <a:r>
            <a:rPr lang="en-US"/>
            <a:t>Google Gemini API</a:t>
          </a:r>
        </a:p>
      </dgm:t>
    </dgm:pt>
    <dgm:pt modelId="{B647F2F8-92EE-4D53-BDC0-7EC1B917EEB6}" type="parTrans" cxnId="{CA5BA7E3-1CC0-4E25-BAFC-7192658F9C23}">
      <dgm:prSet/>
      <dgm:spPr/>
      <dgm:t>
        <a:bodyPr/>
        <a:lstStyle/>
        <a:p>
          <a:endParaRPr lang="en-US"/>
        </a:p>
      </dgm:t>
    </dgm:pt>
    <dgm:pt modelId="{1588E76F-74F0-44A7-8145-11CA97C6ADDC}" type="sibTrans" cxnId="{CA5BA7E3-1CC0-4E25-BAFC-7192658F9C23}">
      <dgm:prSet/>
      <dgm:spPr/>
      <dgm:t>
        <a:bodyPr/>
        <a:lstStyle/>
        <a:p>
          <a:endParaRPr lang="en-US"/>
        </a:p>
      </dgm:t>
    </dgm:pt>
    <dgm:pt modelId="{94210D14-0919-40D1-BA11-4D5E76EC3560}">
      <dgm:prSet/>
      <dgm:spPr/>
      <dgm:t>
        <a:bodyPr/>
        <a:lstStyle/>
        <a:p>
          <a:r>
            <a:rPr lang="en-US"/>
            <a:t>Next.js</a:t>
          </a:r>
        </a:p>
      </dgm:t>
    </dgm:pt>
    <dgm:pt modelId="{0DFBD7BD-0D12-46E4-A617-016EAF4B7E6B}" type="parTrans" cxnId="{80E3CEF0-132B-49ED-81D8-43A5D9CF2E06}">
      <dgm:prSet/>
      <dgm:spPr/>
      <dgm:t>
        <a:bodyPr/>
        <a:lstStyle/>
        <a:p>
          <a:endParaRPr lang="en-US"/>
        </a:p>
      </dgm:t>
    </dgm:pt>
    <dgm:pt modelId="{5714320A-8158-4572-A478-E06FDD310181}" type="sibTrans" cxnId="{80E3CEF0-132B-49ED-81D8-43A5D9CF2E06}">
      <dgm:prSet/>
      <dgm:spPr/>
      <dgm:t>
        <a:bodyPr/>
        <a:lstStyle/>
        <a:p>
          <a:endParaRPr lang="en-US"/>
        </a:p>
      </dgm:t>
    </dgm:pt>
    <dgm:pt modelId="{642B3E22-FAC0-4A5C-A25A-11DBF6D13055}">
      <dgm:prSet/>
      <dgm:spPr/>
      <dgm:t>
        <a:bodyPr/>
        <a:lstStyle/>
        <a:p>
          <a:r>
            <a:rPr lang="en-US"/>
            <a:t>Tailwind CSS</a:t>
          </a:r>
        </a:p>
      </dgm:t>
    </dgm:pt>
    <dgm:pt modelId="{48381491-6571-429B-B342-40310A1FC666}" type="parTrans" cxnId="{393488F3-0387-4B56-BEC6-F1DBD624C75C}">
      <dgm:prSet/>
      <dgm:spPr/>
      <dgm:t>
        <a:bodyPr/>
        <a:lstStyle/>
        <a:p>
          <a:endParaRPr lang="en-US"/>
        </a:p>
      </dgm:t>
    </dgm:pt>
    <dgm:pt modelId="{7453FDBB-F902-4994-B80A-9EFA98E68E19}" type="sibTrans" cxnId="{393488F3-0387-4B56-BEC6-F1DBD624C75C}">
      <dgm:prSet/>
      <dgm:spPr/>
      <dgm:t>
        <a:bodyPr/>
        <a:lstStyle/>
        <a:p>
          <a:endParaRPr lang="en-US"/>
        </a:p>
      </dgm:t>
    </dgm:pt>
    <dgm:pt modelId="{8DEE4F71-5819-4408-8440-89A6331DF77E}" type="pres">
      <dgm:prSet presAssocID="{E43FBABA-F1E6-4610-8D6D-4D669E024191}" presName="diagram" presStyleCnt="0">
        <dgm:presLayoutVars>
          <dgm:dir/>
          <dgm:resizeHandles val="exact"/>
        </dgm:presLayoutVars>
      </dgm:prSet>
      <dgm:spPr/>
    </dgm:pt>
    <dgm:pt modelId="{7AA3372C-EF33-4D02-97A6-3FD132090C8F}" type="pres">
      <dgm:prSet presAssocID="{A352F721-5454-4188-A06A-E9216BCEBC5E}" presName="node" presStyleLbl="node1" presStyleIdx="0" presStyleCnt="6">
        <dgm:presLayoutVars>
          <dgm:bulletEnabled val="1"/>
        </dgm:presLayoutVars>
      </dgm:prSet>
      <dgm:spPr/>
    </dgm:pt>
    <dgm:pt modelId="{02B175D5-CE66-4864-9A4C-CD01D2A2CBEE}" type="pres">
      <dgm:prSet presAssocID="{735F4C27-8499-46DE-983D-963139A266A0}" presName="sibTrans" presStyleCnt="0"/>
      <dgm:spPr/>
    </dgm:pt>
    <dgm:pt modelId="{12264703-2192-4FC0-8E0E-76433893532F}" type="pres">
      <dgm:prSet presAssocID="{A0D18DDC-8485-41B5-88FC-2ECD357EDCA6}" presName="node" presStyleLbl="node1" presStyleIdx="1" presStyleCnt="6">
        <dgm:presLayoutVars>
          <dgm:bulletEnabled val="1"/>
        </dgm:presLayoutVars>
      </dgm:prSet>
      <dgm:spPr/>
    </dgm:pt>
    <dgm:pt modelId="{36405919-7EE0-4E07-8CDE-85FD4F4FC49C}" type="pres">
      <dgm:prSet presAssocID="{FF31F9A6-C5B3-4550-B344-2787C39B618B}" presName="sibTrans" presStyleCnt="0"/>
      <dgm:spPr/>
    </dgm:pt>
    <dgm:pt modelId="{86C67D98-4B12-42B6-B43A-E42D43D86388}" type="pres">
      <dgm:prSet presAssocID="{6C2667C6-38F6-4AB0-AF1C-F6D083CB4B1A}" presName="node" presStyleLbl="node1" presStyleIdx="2" presStyleCnt="6">
        <dgm:presLayoutVars>
          <dgm:bulletEnabled val="1"/>
        </dgm:presLayoutVars>
      </dgm:prSet>
      <dgm:spPr/>
    </dgm:pt>
    <dgm:pt modelId="{8F53A3B1-2CBD-403F-A338-DCE3392DE9D8}" type="pres">
      <dgm:prSet presAssocID="{C60E1430-4110-4D48-B542-FE3816C7EFE4}" presName="sibTrans" presStyleCnt="0"/>
      <dgm:spPr/>
    </dgm:pt>
    <dgm:pt modelId="{93D28F50-47A0-43E8-B773-6E708CCCD7B9}" type="pres">
      <dgm:prSet presAssocID="{14335E77-5132-4140-9F86-6A47DFDC897F}" presName="node" presStyleLbl="node1" presStyleIdx="3" presStyleCnt="6">
        <dgm:presLayoutVars>
          <dgm:bulletEnabled val="1"/>
        </dgm:presLayoutVars>
      </dgm:prSet>
      <dgm:spPr/>
    </dgm:pt>
    <dgm:pt modelId="{70E16B5A-2088-4BB0-BAAD-6729A825A2CF}" type="pres">
      <dgm:prSet presAssocID="{1588E76F-74F0-44A7-8145-11CA97C6ADDC}" presName="sibTrans" presStyleCnt="0"/>
      <dgm:spPr/>
    </dgm:pt>
    <dgm:pt modelId="{A36BABB7-46CD-4702-880A-000F17E4DBE2}" type="pres">
      <dgm:prSet presAssocID="{94210D14-0919-40D1-BA11-4D5E76EC3560}" presName="node" presStyleLbl="node1" presStyleIdx="4" presStyleCnt="6">
        <dgm:presLayoutVars>
          <dgm:bulletEnabled val="1"/>
        </dgm:presLayoutVars>
      </dgm:prSet>
      <dgm:spPr/>
    </dgm:pt>
    <dgm:pt modelId="{F1ADCFF7-25F3-4FB9-A845-E2668D9234C2}" type="pres">
      <dgm:prSet presAssocID="{5714320A-8158-4572-A478-E06FDD310181}" presName="sibTrans" presStyleCnt="0"/>
      <dgm:spPr/>
    </dgm:pt>
    <dgm:pt modelId="{75B70B75-767A-4C2E-9AED-826390FF27FC}" type="pres">
      <dgm:prSet presAssocID="{642B3E22-FAC0-4A5C-A25A-11DBF6D13055}" presName="node" presStyleLbl="node1" presStyleIdx="5" presStyleCnt="6">
        <dgm:presLayoutVars>
          <dgm:bulletEnabled val="1"/>
        </dgm:presLayoutVars>
      </dgm:prSet>
      <dgm:spPr/>
    </dgm:pt>
  </dgm:ptLst>
  <dgm:cxnLst>
    <dgm:cxn modelId="{DD7C696C-034F-49A8-BCC8-2F5D758DA92F}" type="presOf" srcId="{6C2667C6-38F6-4AB0-AF1C-F6D083CB4B1A}" destId="{86C67D98-4B12-42B6-B43A-E42D43D86388}" srcOrd="0" destOrd="0" presId="urn:microsoft.com/office/officeart/2005/8/layout/default"/>
    <dgm:cxn modelId="{6709886D-3453-4756-AEEE-E3A6E549B0DB}" type="presOf" srcId="{E43FBABA-F1E6-4610-8D6D-4D669E024191}" destId="{8DEE4F71-5819-4408-8440-89A6331DF77E}" srcOrd="0" destOrd="0" presId="urn:microsoft.com/office/officeart/2005/8/layout/default"/>
    <dgm:cxn modelId="{C935E974-ACA7-44DD-A686-3DA7E4D60106}" type="presOf" srcId="{14335E77-5132-4140-9F86-6A47DFDC897F}" destId="{93D28F50-47A0-43E8-B773-6E708CCCD7B9}" srcOrd="0" destOrd="0" presId="urn:microsoft.com/office/officeart/2005/8/layout/default"/>
    <dgm:cxn modelId="{C8C5DEB6-4723-4FFC-90CE-D75CBFEE9439}" type="presOf" srcId="{642B3E22-FAC0-4A5C-A25A-11DBF6D13055}" destId="{75B70B75-767A-4C2E-9AED-826390FF27FC}" srcOrd="0" destOrd="0" presId="urn:microsoft.com/office/officeart/2005/8/layout/default"/>
    <dgm:cxn modelId="{4E6D6DBE-3832-4959-A3A2-3231C8078300}" srcId="{E43FBABA-F1E6-4610-8D6D-4D669E024191}" destId="{6C2667C6-38F6-4AB0-AF1C-F6D083CB4B1A}" srcOrd="2" destOrd="0" parTransId="{9BD332C7-F855-4584-8A55-C4047CF09C75}" sibTransId="{C60E1430-4110-4D48-B542-FE3816C7EFE4}"/>
    <dgm:cxn modelId="{F5E069C0-9AD9-4F01-BC02-D0129C220C56}" type="presOf" srcId="{A352F721-5454-4188-A06A-E9216BCEBC5E}" destId="{7AA3372C-EF33-4D02-97A6-3FD132090C8F}" srcOrd="0" destOrd="0" presId="urn:microsoft.com/office/officeart/2005/8/layout/default"/>
    <dgm:cxn modelId="{91AEC7C7-8B5A-4B8B-BFA4-B7F3656D351D}" srcId="{E43FBABA-F1E6-4610-8D6D-4D669E024191}" destId="{A352F721-5454-4188-A06A-E9216BCEBC5E}" srcOrd="0" destOrd="0" parTransId="{F5C6AA4B-D77E-486C-BD1A-A6B4B6B9F3BB}" sibTransId="{735F4C27-8499-46DE-983D-963139A266A0}"/>
    <dgm:cxn modelId="{5C039EC9-4485-4B90-AB51-169D022965D4}" type="presOf" srcId="{A0D18DDC-8485-41B5-88FC-2ECD357EDCA6}" destId="{12264703-2192-4FC0-8E0E-76433893532F}" srcOrd="0" destOrd="0" presId="urn:microsoft.com/office/officeart/2005/8/layout/default"/>
    <dgm:cxn modelId="{E6C324DB-4889-4B67-8E76-073B7DD91B49}" type="presOf" srcId="{94210D14-0919-40D1-BA11-4D5E76EC3560}" destId="{A36BABB7-46CD-4702-880A-000F17E4DBE2}" srcOrd="0" destOrd="0" presId="urn:microsoft.com/office/officeart/2005/8/layout/default"/>
    <dgm:cxn modelId="{CA5BA7E3-1CC0-4E25-BAFC-7192658F9C23}" srcId="{E43FBABA-F1E6-4610-8D6D-4D669E024191}" destId="{14335E77-5132-4140-9F86-6A47DFDC897F}" srcOrd="3" destOrd="0" parTransId="{B647F2F8-92EE-4D53-BDC0-7EC1B917EEB6}" sibTransId="{1588E76F-74F0-44A7-8145-11CA97C6ADDC}"/>
    <dgm:cxn modelId="{80E3CEF0-132B-49ED-81D8-43A5D9CF2E06}" srcId="{E43FBABA-F1E6-4610-8D6D-4D669E024191}" destId="{94210D14-0919-40D1-BA11-4D5E76EC3560}" srcOrd="4" destOrd="0" parTransId="{0DFBD7BD-0D12-46E4-A617-016EAF4B7E6B}" sibTransId="{5714320A-8158-4572-A478-E06FDD310181}"/>
    <dgm:cxn modelId="{393488F3-0387-4B56-BEC6-F1DBD624C75C}" srcId="{E43FBABA-F1E6-4610-8D6D-4D669E024191}" destId="{642B3E22-FAC0-4A5C-A25A-11DBF6D13055}" srcOrd="5" destOrd="0" parTransId="{48381491-6571-429B-B342-40310A1FC666}" sibTransId="{7453FDBB-F902-4994-B80A-9EFA98E68E19}"/>
    <dgm:cxn modelId="{3E1478F7-C4B8-4A0B-A4E6-0A5601E5BAFD}" srcId="{E43FBABA-F1E6-4610-8D6D-4D669E024191}" destId="{A0D18DDC-8485-41B5-88FC-2ECD357EDCA6}" srcOrd="1" destOrd="0" parTransId="{02CD9334-596F-4B12-8330-6707802E47F8}" sibTransId="{FF31F9A6-C5B3-4550-B344-2787C39B618B}"/>
    <dgm:cxn modelId="{46483660-8131-4A99-826D-980015C8915A}" type="presParOf" srcId="{8DEE4F71-5819-4408-8440-89A6331DF77E}" destId="{7AA3372C-EF33-4D02-97A6-3FD132090C8F}" srcOrd="0" destOrd="0" presId="urn:microsoft.com/office/officeart/2005/8/layout/default"/>
    <dgm:cxn modelId="{B15C1540-66E8-4920-B730-EB19D15AC25C}" type="presParOf" srcId="{8DEE4F71-5819-4408-8440-89A6331DF77E}" destId="{02B175D5-CE66-4864-9A4C-CD01D2A2CBEE}" srcOrd="1" destOrd="0" presId="urn:microsoft.com/office/officeart/2005/8/layout/default"/>
    <dgm:cxn modelId="{5C6A1F6C-772A-4B7C-A5B3-BA4C55779038}" type="presParOf" srcId="{8DEE4F71-5819-4408-8440-89A6331DF77E}" destId="{12264703-2192-4FC0-8E0E-76433893532F}" srcOrd="2" destOrd="0" presId="urn:microsoft.com/office/officeart/2005/8/layout/default"/>
    <dgm:cxn modelId="{19B329F7-7B78-430B-B3C5-F3E045FB6118}" type="presParOf" srcId="{8DEE4F71-5819-4408-8440-89A6331DF77E}" destId="{36405919-7EE0-4E07-8CDE-85FD4F4FC49C}" srcOrd="3" destOrd="0" presId="urn:microsoft.com/office/officeart/2005/8/layout/default"/>
    <dgm:cxn modelId="{A11B6202-0B54-48C1-A5C7-773244BE8597}" type="presParOf" srcId="{8DEE4F71-5819-4408-8440-89A6331DF77E}" destId="{86C67D98-4B12-42B6-B43A-E42D43D86388}" srcOrd="4" destOrd="0" presId="urn:microsoft.com/office/officeart/2005/8/layout/default"/>
    <dgm:cxn modelId="{C0EEBC23-89C6-46EB-9603-4CA9640EC704}" type="presParOf" srcId="{8DEE4F71-5819-4408-8440-89A6331DF77E}" destId="{8F53A3B1-2CBD-403F-A338-DCE3392DE9D8}" srcOrd="5" destOrd="0" presId="urn:microsoft.com/office/officeart/2005/8/layout/default"/>
    <dgm:cxn modelId="{2F945AE1-B2C0-4D58-9A89-24D84BA3554B}" type="presParOf" srcId="{8DEE4F71-5819-4408-8440-89A6331DF77E}" destId="{93D28F50-47A0-43E8-B773-6E708CCCD7B9}" srcOrd="6" destOrd="0" presId="urn:microsoft.com/office/officeart/2005/8/layout/default"/>
    <dgm:cxn modelId="{BDC00FD3-237A-4E88-987C-B7FF28CA91AF}" type="presParOf" srcId="{8DEE4F71-5819-4408-8440-89A6331DF77E}" destId="{70E16B5A-2088-4BB0-BAAD-6729A825A2CF}" srcOrd="7" destOrd="0" presId="urn:microsoft.com/office/officeart/2005/8/layout/default"/>
    <dgm:cxn modelId="{D6C567DE-78D6-4A6E-A6FC-BA386C87FEB6}" type="presParOf" srcId="{8DEE4F71-5819-4408-8440-89A6331DF77E}" destId="{A36BABB7-46CD-4702-880A-000F17E4DBE2}" srcOrd="8" destOrd="0" presId="urn:microsoft.com/office/officeart/2005/8/layout/default"/>
    <dgm:cxn modelId="{F2387FFD-58BC-485D-B4FD-5DC7CFE730FB}" type="presParOf" srcId="{8DEE4F71-5819-4408-8440-89A6331DF77E}" destId="{F1ADCFF7-25F3-4FB9-A845-E2668D9234C2}" srcOrd="9" destOrd="0" presId="urn:microsoft.com/office/officeart/2005/8/layout/default"/>
    <dgm:cxn modelId="{4DB575E0-D6E6-4834-AE1A-3ABF09557FDE}" type="presParOf" srcId="{8DEE4F71-5819-4408-8440-89A6331DF77E}" destId="{75B70B75-767A-4C2E-9AED-826390FF27F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29AC67-6318-4BCF-82E9-4D92213FCAA9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D228FA6-4F4D-461B-ACBB-BD7E98263AD5}">
      <dgm:prSet/>
      <dgm:spPr/>
      <dgm:t>
        <a:bodyPr/>
        <a:lstStyle/>
        <a:p>
          <a:r>
            <a:rPr lang="en-US" dirty="0"/>
            <a:t>User submits code</a:t>
          </a:r>
        </a:p>
      </dgm:t>
    </dgm:pt>
    <dgm:pt modelId="{904CBCC2-C030-4A61-BB2E-2F3E62DA2C22}" type="parTrans" cxnId="{D4EAA147-A098-4E47-891C-4C7627A22F4D}">
      <dgm:prSet/>
      <dgm:spPr/>
      <dgm:t>
        <a:bodyPr/>
        <a:lstStyle/>
        <a:p>
          <a:endParaRPr lang="en-US"/>
        </a:p>
      </dgm:t>
    </dgm:pt>
    <dgm:pt modelId="{9762CBC5-223F-42EA-8D6D-8598CE84A996}" type="sibTrans" cxnId="{D4EAA147-A098-4E47-891C-4C7627A22F4D}">
      <dgm:prSet/>
      <dgm:spPr/>
      <dgm:t>
        <a:bodyPr/>
        <a:lstStyle/>
        <a:p>
          <a:endParaRPr lang="en-US"/>
        </a:p>
      </dgm:t>
    </dgm:pt>
    <dgm:pt modelId="{F3D9A9A0-85E6-46A9-92F6-8D0FF7EBD347}">
      <dgm:prSet/>
      <dgm:spPr/>
      <dgm:t>
        <a:bodyPr/>
        <a:lstStyle/>
        <a:p>
          <a:r>
            <a:rPr lang="en-US" b="1" i="0" dirty="0"/>
            <a:t>Test Driver </a:t>
          </a:r>
          <a:r>
            <a:rPr lang="en-US" b="0" i="0" dirty="0"/>
            <a:t>automatically creates a script to run the code.</a:t>
          </a:r>
          <a:endParaRPr lang="en-US" dirty="0"/>
        </a:p>
      </dgm:t>
    </dgm:pt>
    <dgm:pt modelId="{3262F4EB-13EE-4231-A4E6-760A53C8F7F9}" type="parTrans" cxnId="{7A1E2F0A-1061-4DAA-BE0D-2CCB7A72831C}">
      <dgm:prSet/>
      <dgm:spPr/>
      <dgm:t>
        <a:bodyPr/>
        <a:lstStyle/>
        <a:p>
          <a:endParaRPr lang="en-US"/>
        </a:p>
      </dgm:t>
    </dgm:pt>
    <dgm:pt modelId="{23FE9D2E-FBB7-48A3-8962-648AF6A78EB3}" type="sibTrans" cxnId="{7A1E2F0A-1061-4DAA-BE0D-2CCB7A72831C}">
      <dgm:prSet/>
      <dgm:spPr/>
      <dgm:t>
        <a:bodyPr/>
        <a:lstStyle/>
        <a:p>
          <a:endParaRPr lang="en-US"/>
        </a:p>
      </dgm:t>
    </dgm:pt>
    <dgm:pt modelId="{49054CA2-B2F6-48D0-A364-0C43028316CD}">
      <dgm:prSet/>
      <dgm:spPr/>
      <dgm:t>
        <a:bodyPr/>
        <a:lstStyle/>
        <a:p>
          <a:r>
            <a:rPr lang="en-US" dirty="0"/>
            <a:t>Developer agent proposes fixes</a:t>
          </a:r>
        </a:p>
      </dgm:t>
    </dgm:pt>
    <dgm:pt modelId="{286DF36B-78D3-4953-920F-D568FF63196A}" type="parTrans" cxnId="{F5EFE6C4-B5CC-4368-8D72-A67C92790CEF}">
      <dgm:prSet/>
      <dgm:spPr/>
      <dgm:t>
        <a:bodyPr/>
        <a:lstStyle/>
        <a:p>
          <a:endParaRPr lang="en-US"/>
        </a:p>
      </dgm:t>
    </dgm:pt>
    <dgm:pt modelId="{DF910E7E-81F8-49E3-8489-F89F766BC243}" type="sibTrans" cxnId="{F5EFE6C4-B5CC-4368-8D72-A67C92790CEF}">
      <dgm:prSet/>
      <dgm:spPr/>
      <dgm:t>
        <a:bodyPr/>
        <a:lstStyle/>
        <a:p>
          <a:endParaRPr lang="en-US"/>
        </a:p>
      </dgm:t>
    </dgm:pt>
    <dgm:pt modelId="{1B222236-7B7E-476E-955C-708F114CEA2A}">
      <dgm:prSet/>
      <dgm:spPr/>
      <dgm:t>
        <a:bodyPr/>
        <a:lstStyle/>
        <a:p>
          <a:r>
            <a:rPr lang="en-US" dirty="0"/>
            <a:t>Critic agent reviews logic</a:t>
          </a:r>
        </a:p>
      </dgm:t>
    </dgm:pt>
    <dgm:pt modelId="{41E04E34-F99B-44EE-9A6A-1B0E3EDAF1F0}" type="parTrans" cxnId="{EB2F40F0-27AA-4D78-B668-3C9D4D87F48F}">
      <dgm:prSet/>
      <dgm:spPr/>
      <dgm:t>
        <a:bodyPr/>
        <a:lstStyle/>
        <a:p>
          <a:endParaRPr lang="en-US"/>
        </a:p>
      </dgm:t>
    </dgm:pt>
    <dgm:pt modelId="{E930ACC3-905C-473C-B569-4D2B0A11E2A5}" type="sibTrans" cxnId="{EB2F40F0-27AA-4D78-B668-3C9D4D87F48F}">
      <dgm:prSet/>
      <dgm:spPr/>
      <dgm:t>
        <a:bodyPr/>
        <a:lstStyle/>
        <a:p>
          <a:endParaRPr lang="en-US"/>
        </a:p>
      </dgm:t>
    </dgm:pt>
    <dgm:pt modelId="{2C6630B5-6E9C-4916-85CE-107A8EF5FE5F}">
      <dgm:prSet/>
      <dgm:spPr/>
      <dgm:t>
        <a:bodyPr/>
        <a:lstStyle/>
        <a:p>
          <a:r>
            <a:rPr lang="en-US" dirty="0"/>
            <a:t>Optimization workflow improves performance</a:t>
          </a:r>
        </a:p>
      </dgm:t>
    </dgm:pt>
    <dgm:pt modelId="{D0D11262-409D-487B-88CC-8A6542C3DD4A}" type="parTrans" cxnId="{5F7428DC-AF07-4A60-ACA1-D7BE7017ECA3}">
      <dgm:prSet/>
      <dgm:spPr/>
      <dgm:t>
        <a:bodyPr/>
        <a:lstStyle/>
        <a:p>
          <a:endParaRPr lang="en-US"/>
        </a:p>
      </dgm:t>
    </dgm:pt>
    <dgm:pt modelId="{4C353CBA-26FF-427F-A933-63D3997C9BE3}" type="sibTrans" cxnId="{5F7428DC-AF07-4A60-ACA1-D7BE7017ECA3}">
      <dgm:prSet/>
      <dgm:spPr/>
      <dgm:t>
        <a:bodyPr/>
        <a:lstStyle/>
        <a:p>
          <a:endParaRPr lang="en-US"/>
        </a:p>
      </dgm:t>
    </dgm:pt>
    <dgm:pt modelId="{876D8731-D159-4D83-B223-34008FF33063}">
      <dgm:prSet/>
      <dgm:spPr/>
      <dgm:t>
        <a:bodyPr/>
        <a:lstStyle/>
        <a:p>
          <a:r>
            <a:rPr lang="en-US" dirty="0"/>
            <a:t>Security workflow audits vulnerabilities</a:t>
          </a:r>
        </a:p>
      </dgm:t>
    </dgm:pt>
    <dgm:pt modelId="{2FFDA321-5583-4280-A520-0209CBBA9D24}" type="parTrans" cxnId="{6C97F81E-8BBD-4C0B-AF3C-79F33B9AD37D}">
      <dgm:prSet/>
      <dgm:spPr/>
      <dgm:t>
        <a:bodyPr/>
        <a:lstStyle/>
        <a:p>
          <a:endParaRPr lang="en-US"/>
        </a:p>
      </dgm:t>
    </dgm:pt>
    <dgm:pt modelId="{57076149-7185-466C-A33E-544B7DAECFAE}" type="sibTrans" cxnId="{6C97F81E-8BBD-4C0B-AF3C-79F33B9AD37D}">
      <dgm:prSet/>
      <dgm:spPr/>
      <dgm:t>
        <a:bodyPr/>
        <a:lstStyle/>
        <a:p>
          <a:endParaRPr lang="en-US"/>
        </a:p>
      </dgm:t>
    </dgm:pt>
    <dgm:pt modelId="{2EF364D4-B4FF-4835-B8AF-FE5D62847C78}">
      <dgm:prSet/>
      <dgm:spPr/>
      <dgm:t>
        <a:bodyPr/>
        <a:lstStyle/>
        <a:p>
          <a:r>
            <a:rPr lang="en-US" dirty="0"/>
            <a:t>Final code is produced</a:t>
          </a:r>
        </a:p>
      </dgm:t>
    </dgm:pt>
    <dgm:pt modelId="{71D2C1A8-B920-408E-97D5-C6C837136BA3}" type="parTrans" cxnId="{3E553649-20D3-4CB2-9C21-F2DED37B5094}">
      <dgm:prSet/>
      <dgm:spPr/>
      <dgm:t>
        <a:bodyPr/>
        <a:lstStyle/>
        <a:p>
          <a:endParaRPr lang="en-US"/>
        </a:p>
      </dgm:t>
    </dgm:pt>
    <dgm:pt modelId="{557BA4BB-FAF8-4BA1-880C-B61A812A97E2}" type="sibTrans" cxnId="{3E553649-20D3-4CB2-9C21-F2DED37B5094}">
      <dgm:prSet/>
      <dgm:spPr/>
      <dgm:t>
        <a:bodyPr/>
        <a:lstStyle/>
        <a:p>
          <a:endParaRPr lang="en-US"/>
        </a:p>
      </dgm:t>
    </dgm:pt>
    <dgm:pt modelId="{09DF94D6-7C05-45A8-B967-40DB7FC6F2B6}" type="pres">
      <dgm:prSet presAssocID="{5429AC67-6318-4BCF-82E9-4D92213FCAA9}" presName="diagram" presStyleCnt="0">
        <dgm:presLayoutVars>
          <dgm:dir/>
          <dgm:resizeHandles val="exact"/>
        </dgm:presLayoutVars>
      </dgm:prSet>
      <dgm:spPr/>
    </dgm:pt>
    <dgm:pt modelId="{75BC4307-F4C8-40DE-AB57-53916FBA5718}" type="pres">
      <dgm:prSet presAssocID="{BD228FA6-4F4D-461B-ACBB-BD7E98263AD5}" presName="node" presStyleLbl="node1" presStyleIdx="0" presStyleCnt="7">
        <dgm:presLayoutVars>
          <dgm:bulletEnabled val="1"/>
        </dgm:presLayoutVars>
      </dgm:prSet>
      <dgm:spPr/>
    </dgm:pt>
    <dgm:pt modelId="{6E7C18D2-E130-4D9F-A3D1-7626B692C2A5}" type="pres">
      <dgm:prSet presAssocID="{9762CBC5-223F-42EA-8D6D-8598CE84A996}" presName="sibTrans" presStyleCnt="0"/>
      <dgm:spPr/>
    </dgm:pt>
    <dgm:pt modelId="{A88FA4D7-595A-4BA1-9FBA-E308B335F14C}" type="pres">
      <dgm:prSet presAssocID="{F3D9A9A0-85E6-46A9-92F6-8D0FF7EBD347}" presName="node" presStyleLbl="node1" presStyleIdx="1" presStyleCnt="7">
        <dgm:presLayoutVars>
          <dgm:bulletEnabled val="1"/>
        </dgm:presLayoutVars>
      </dgm:prSet>
      <dgm:spPr/>
    </dgm:pt>
    <dgm:pt modelId="{0581F9F3-AD89-4167-A92E-54F4BA7DE762}" type="pres">
      <dgm:prSet presAssocID="{23FE9D2E-FBB7-48A3-8962-648AF6A78EB3}" presName="sibTrans" presStyleCnt="0"/>
      <dgm:spPr/>
    </dgm:pt>
    <dgm:pt modelId="{FDE9C602-B004-486F-92A9-6B34A47CE770}" type="pres">
      <dgm:prSet presAssocID="{49054CA2-B2F6-48D0-A364-0C43028316CD}" presName="node" presStyleLbl="node1" presStyleIdx="2" presStyleCnt="7">
        <dgm:presLayoutVars>
          <dgm:bulletEnabled val="1"/>
        </dgm:presLayoutVars>
      </dgm:prSet>
      <dgm:spPr/>
    </dgm:pt>
    <dgm:pt modelId="{CCEE6D5C-17EB-476F-B210-35CEEBC48716}" type="pres">
      <dgm:prSet presAssocID="{DF910E7E-81F8-49E3-8489-F89F766BC243}" presName="sibTrans" presStyleCnt="0"/>
      <dgm:spPr/>
    </dgm:pt>
    <dgm:pt modelId="{8DAC3066-94BF-48C4-B992-8EBB41A94274}" type="pres">
      <dgm:prSet presAssocID="{1B222236-7B7E-476E-955C-708F114CEA2A}" presName="node" presStyleLbl="node1" presStyleIdx="3" presStyleCnt="7">
        <dgm:presLayoutVars>
          <dgm:bulletEnabled val="1"/>
        </dgm:presLayoutVars>
      </dgm:prSet>
      <dgm:spPr/>
    </dgm:pt>
    <dgm:pt modelId="{5F844A13-2954-4B9D-B047-0377B21301A4}" type="pres">
      <dgm:prSet presAssocID="{E930ACC3-905C-473C-B569-4D2B0A11E2A5}" presName="sibTrans" presStyleCnt="0"/>
      <dgm:spPr/>
    </dgm:pt>
    <dgm:pt modelId="{9B990D57-CEF7-41E4-AFC2-18EF07611740}" type="pres">
      <dgm:prSet presAssocID="{2C6630B5-6E9C-4916-85CE-107A8EF5FE5F}" presName="node" presStyleLbl="node1" presStyleIdx="4" presStyleCnt="7">
        <dgm:presLayoutVars>
          <dgm:bulletEnabled val="1"/>
        </dgm:presLayoutVars>
      </dgm:prSet>
      <dgm:spPr/>
    </dgm:pt>
    <dgm:pt modelId="{1F126220-35B5-4828-9967-45B218BCA9D3}" type="pres">
      <dgm:prSet presAssocID="{4C353CBA-26FF-427F-A933-63D3997C9BE3}" presName="sibTrans" presStyleCnt="0"/>
      <dgm:spPr/>
    </dgm:pt>
    <dgm:pt modelId="{1A3B1B3E-AC3A-4CBB-BD99-468E26C1730D}" type="pres">
      <dgm:prSet presAssocID="{876D8731-D159-4D83-B223-34008FF33063}" presName="node" presStyleLbl="node1" presStyleIdx="5" presStyleCnt="7">
        <dgm:presLayoutVars>
          <dgm:bulletEnabled val="1"/>
        </dgm:presLayoutVars>
      </dgm:prSet>
      <dgm:spPr/>
    </dgm:pt>
    <dgm:pt modelId="{1F72061A-C091-4F3B-9405-2499D2AF2221}" type="pres">
      <dgm:prSet presAssocID="{57076149-7185-466C-A33E-544B7DAECFAE}" presName="sibTrans" presStyleCnt="0"/>
      <dgm:spPr/>
    </dgm:pt>
    <dgm:pt modelId="{BCFAE411-8DA6-4556-88B1-1AEC14FF3903}" type="pres">
      <dgm:prSet presAssocID="{2EF364D4-B4FF-4835-B8AF-FE5D62847C78}" presName="node" presStyleLbl="node1" presStyleIdx="6" presStyleCnt="7">
        <dgm:presLayoutVars>
          <dgm:bulletEnabled val="1"/>
        </dgm:presLayoutVars>
      </dgm:prSet>
      <dgm:spPr/>
    </dgm:pt>
  </dgm:ptLst>
  <dgm:cxnLst>
    <dgm:cxn modelId="{7A1E2F0A-1061-4DAA-BE0D-2CCB7A72831C}" srcId="{5429AC67-6318-4BCF-82E9-4D92213FCAA9}" destId="{F3D9A9A0-85E6-46A9-92F6-8D0FF7EBD347}" srcOrd="1" destOrd="0" parTransId="{3262F4EB-13EE-4231-A4E6-760A53C8F7F9}" sibTransId="{23FE9D2E-FBB7-48A3-8962-648AF6A78EB3}"/>
    <dgm:cxn modelId="{6C97F81E-8BBD-4C0B-AF3C-79F33B9AD37D}" srcId="{5429AC67-6318-4BCF-82E9-4D92213FCAA9}" destId="{876D8731-D159-4D83-B223-34008FF33063}" srcOrd="5" destOrd="0" parTransId="{2FFDA321-5583-4280-A520-0209CBBA9D24}" sibTransId="{57076149-7185-466C-A33E-544B7DAECFAE}"/>
    <dgm:cxn modelId="{5A4E1D3E-49BB-4623-9838-C4CECF438C95}" type="presOf" srcId="{F3D9A9A0-85E6-46A9-92F6-8D0FF7EBD347}" destId="{A88FA4D7-595A-4BA1-9FBA-E308B335F14C}" srcOrd="0" destOrd="0" presId="urn:microsoft.com/office/officeart/2005/8/layout/default"/>
    <dgm:cxn modelId="{8439E341-1724-4400-9C02-7CD501F83C7F}" type="presOf" srcId="{1B222236-7B7E-476E-955C-708F114CEA2A}" destId="{8DAC3066-94BF-48C4-B992-8EBB41A94274}" srcOrd="0" destOrd="0" presId="urn:microsoft.com/office/officeart/2005/8/layout/default"/>
    <dgm:cxn modelId="{D4EAA147-A098-4E47-891C-4C7627A22F4D}" srcId="{5429AC67-6318-4BCF-82E9-4D92213FCAA9}" destId="{BD228FA6-4F4D-461B-ACBB-BD7E98263AD5}" srcOrd="0" destOrd="0" parTransId="{904CBCC2-C030-4A61-BB2E-2F3E62DA2C22}" sibTransId="{9762CBC5-223F-42EA-8D6D-8598CE84A996}"/>
    <dgm:cxn modelId="{3E553649-20D3-4CB2-9C21-F2DED37B5094}" srcId="{5429AC67-6318-4BCF-82E9-4D92213FCAA9}" destId="{2EF364D4-B4FF-4835-B8AF-FE5D62847C78}" srcOrd="6" destOrd="0" parTransId="{71D2C1A8-B920-408E-97D5-C6C837136BA3}" sibTransId="{557BA4BB-FAF8-4BA1-880C-B61A812A97E2}"/>
    <dgm:cxn modelId="{B1EA4779-8BEF-4EDB-B613-B67E5A53FC50}" type="presOf" srcId="{876D8731-D159-4D83-B223-34008FF33063}" destId="{1A3B1B3E-AC3A-4CBB-BD99-468E26C1730D}" srcOrd="0" destOrd="0" presId="urn:microsoft.com/office/officeart/2005/8/layout/default"/>
    <dgm:cxn modelId="{2E0B5D82-C6EC-46FA-AD42-D0B63665A503}" type="presOf" srcId="{2C6630B5-6E9C-4916-85CE-107A8EF5FE5F}" destId="{9B990D57-CEF7-41E4-AFC2-18EF07611740}" srcOrd="0" destOrd="0" presId="urn:microsoft.com/office/officeart/2005/8/layout/default"/>
    <dgm:cxn modelId="{9981AD82-6F2D-468F-BC4F-D2B41D5450F7}" type="presOf" srcId="{2EF364D4-B4FF-4835-B8AF-FE5D62847C78}" destId="{BCFAE411-8DA6-4556-88B1-1AEC14FF3903}" srcOrd="0" destOrd="0" presId="urn:microsoft.com/office/officeart/2005/8/layout/default"/>
    <dgm:cxn modelId="{264F8999-A804-4039-AF68-94CC34A4BF1B}" type="presOf" srcId="{5429AC67-6318-4BCF-82E9-4D92213FCAA9}" destId="{09DF94D6-7C05-45A8-B967-40DB7FC6F2B6}" srcOrd="0" destOrd="0" presId="urn:microsoft.com/office/officeart/2005/8/layout/default"/>
    <dgm:cxn modelId="{8D8A5AA5-8355-4D42-877D-6DA2D2AAFCB6}" type="presOf" srcId="{49054CA2-B2F6-48D0-A364-0C43028316CD}" destId="{FDE9C602-B004-486F-92A9-6B34A47CE770}" srcOrd="0" destOrd="0" presId="urn:microsoft.com/office/officeart/2005/8/layout/default"/>
    <dgm:cxn modelId="{84D952C1-D020-40C3-A9D0-2439D97E7215}" type="presOf" srcId="{BD228FA6-4F4D-461B-ACBB-BD7E98263AD5}" destId="{75BC4307-F4C8-40DE-AB57-53916FBA5718}" srcOrd="0" destOrd="0" presId="urn:microsoft.com/office/officeart/2005/8/layout/default"/>
    <dgm:cxn modelId="{F5EFE6C4-B5CC-4368-8D72-A67C92790CEF}" srcId="{5429AC67-6318-4BCF-82E9-4D92213FCAA9}" destId="{49054CA2-B2F6-48D0-A364-0C43028316CD}" srcOrd="2" destOrd="0" parTransId="{286DF36B-78D3-4953-920F-D568FF63196A}" sibTransId="{DF910E7E-81F8-49E3-8489-F89F766BC243}"/>
    <dgm:cxn modelId="{5F7428DC-AF07-4A60-ACA1-D7BE7017ECA3}" srcId="{5429AC67-6318-4BCF-82E9-4D92213FCAA9}" destId="{2C6630B5-6E9C-4916-85CE-107A8EF5FE5F}" srcOrd="4" destOrd="0" parTransId="{D0D11262-409D-487B-88CC-8A6542C3DD4A}" sibTransId="{4C353CBA-26FF-427F-A933-63D3997C9BE3}"/>
    <dgm:cxn modelId="{EB2F40F0-27AA-4D78-B668-3C9D4D87F48F}" srcId="{5429AC67-6318-4BCF-82E9-4D92213FCAA9}" destId="{1B222236-7B7E-476E-955C-708F114CEA2A}" srcOrd="3" destOrd="0" parTransId="{41E04E34-F99B-44EE-9A6A-1B0E3EDAF1F0}" sibTransId="{E930ACC3-905C-473C-B569-4D2B0A11E2A5}"/>
    <dgm:cxn modelId="{B74CCA9D-BA0A-436B-8BED-41552387F023}" type="presParOf" srcId="{09DF94D6-7C05-45A8-B967-40DB7FC6F2B6}" destId="{75BC4307-F4C8-40DE-AB57-53916FBA5718}" srcOrd="0" destOrd="0" presId="urn:microsoft.com/office/officeart/2005/8/layout/default"/>
    <dgm:cxn modelId="{15847F4F-878F-4763-9B73-C2CAB3ADF07A}" type="presParOf" srcId="{09DF94D6-7C05-45A8-B967-40DB7FC6F2B6}" destId="{6E7C18D2-E130-4D9F-A3D1-7626B692C2A5}" srcOrd="1" destOrd="0" presId="urn:microsoft.com/office/officeart/2005/8/layout/default"/>
    <dgm:cxn modelId="{7EA7CA6C-B6C6-4ACC-9EF6-1DAE8A3F7CFD}" type="presParOf" srcId="{09DF94D6-7C05-45A8-B967-40DB7FC6F2B6}" destId="{A88FA4D7-595A-4BA1-9FBA-E308B335F14C}" srcOrd="2" destOrd="0" presId="urn:microsoft.com/office/officeart/2005/8/layout/default"/>
    <dgm:cxn modelId="{D3531A17-DD3B-40F6-BB7C-4ECCFCD6E6D5}" type="presParOf" srcId="{09DF94D6-7C05-45A8-B967-40DB7FC6F2B6}" destId="{0581F9F3-AD89-4167-A92E-54F4BA7DE762}" srcOrd="3" destOrd="0" presId="urn:microsoft.com/office/officeart/2005/8/layout/default"/>
    <dgm:cxn modelId="{511EE799-D2E4-40A9-B687-C5C637BF2D74}" type="presParOf" srcId="{09DF94D6-7C05-45A8-B967-40DB7FC6F2B6}" destId="{FDE9C602-B004-486F-92A9-6B34A47CE770}" srcOrd="4" destOrd="0" presId="urn:microsoft.com/office/officeart/2005/8/layout/default"/>
    <dgm:cxn modelId="{8A047F9D-5ACB-4B95-B22A-9A02DEEAFF90}" type="presParOf" srcId="{09DF94D6-7C05-45A8-B967-40DB7FC6F2B6}" destId="{CCEE6D5C-17EB-476F-B210-35CEEBC48716}" srcOrd="5" destOrd="0" presId="urn:microsoft.com/office/officeart/2005/8/layout/default"/>
    <dgm:cxn modelId="{257D0C64-4EE0-417E-A86B-74B46E5EEDCA}" type="presParOf" srcId="{09DF94D6-7C05-45A8-B967-40DB7FC6F2B6}" destId="{8DAC3066-94BF-48C4-B992-8EBB41A94274}" srcOrd="6" destOrd="0" presId="urn:microsoft.com/office/officeart/2005/8/layout/default"/>
    <dgm:cxn modelId="{ED1E16D8-12EA-4F9C-B3D1-678E27D567C6}" type="presParOf" srcId="{09DF94D6-7C05-45A8-B967-40DB7FC6F2B6}" destId="{5F844A13-2954-4B9D-B047-0377B21301A4}" srcOrd="7" destOrd="0" presId="urn:microsoft.com/office/officeart/2005/8/layout/default"/>
    <dgm:cxn modelId="{9BBB775E-E602-4411-9AFC-7BEAABAB4BE8}" type="presParOf" srcId="{09DF94D6-7C05-45A8-B967-40DB7FC6F2B6}" destId="{9B990D57-CEF7-41E4-AFC2-18EF07611740}" srcOrd="8" destOrd="0" presId="urn:microsoft.com/office/officeart/2005/8/layout/default"/>
    <dgm:cxn modelId="{15E1CCDC-64C2-479F-9C1F-301A027013FE}" type="presParOf" srcId="{09DF94D6-7C05-45A8-B967-40DB7FC6F2B6}" destId="{1F126220-35B5-4828-9967-45B218BCA9D3}" srcOrd="9" destOrd="0" presId="urn:microsoft.com/office/officeart/2005/8/layout/default"/>
    <dgm:cxn modelId="{98817153-B2AF-4D2D-AF3F-730A75011B30}" type="presParOf" srcId="{09DF94D6-7C05-45A8-B967-40DB7FC6F2B6}" destId="{1A3B1B3E-AC3A-4CBB-BD99-468E26C1730D}" srcOrd="10" destOrd="0" presId="urn:microsoft.com/office/officeart/2005/8/layout/default"/>
    <dgm:cxn modelId="{DBB6E9FE-C167-4FBA-BE00-74D5A5C90837}" type="presParOf" srcId="{09DF94D6-7C05-45A8-B967-40DB7FC6F2B6}" destId="{1F72061A-C091-4F3B-9405-2499D2AF2221}" srcOrd="11" destOrd="0" presId="urn:microsoft.com/office/officeart/2005/8/layout/default"/>
    <dgm:cxn modelId="{17B8BFDC-C9D7-453D-93A7-07E105FD0154}" type="presParOf" srcId="{09DF94D6-7C05-45A8-B967-40DB7FC6F2B6}" destId="{BCFAE411-8DA6-4556-88B1-1AEC14FF3903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DB74BE3-087A-4C50-A46F-E192B58897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62606C-4E62-47A1-9617-9B0AAD0C0D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manual effort</a:t>
          </a:r>
        </a:p>
      </dgm:t>
    </dgm:pt>
    <dgm:pt modelId="{7463BA26-D3F0-4491-9FFB-17A73FB3F05F}" type="parTrans" cxnId="{E5B0BE52-B481-4069-BFED-36827D5FCC8F}">
      <dgm:prSet/>
      <dgm:spPr/>
      <dgm:t>
        <a:bodyPr/>
        <a:lstStyle/>
        <a:p>
          <a:endParaRPr lang="en-US"/>
        </a:p>
      </dgm:t>
    </dgm:pt>
    <dgm:pt modelId="{D648B197-C636-452F-9A10-37AD15E86596}" type="sibTrans" cxnId="{E5B0BE52-B481-4069-BFED-36827D5FCC8F}">
      <dgm:prSet/>
      <dgm:spPr/>
      <dgm:t>
        <a:bodyPr/>
        <a:lstStyle/>
        <a:p>
          <a:endParaRPr lang="en-US"/>
        </a:p>
      </dgm:t>
    </dgm:pt>
    <dgm:pt modelId="{0ADE964B-7B8A-4A03-9B04-B55C872653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Improves code quality</a:t>
          </a:r>
        </a:p>
      </dgm:t>
    </dgm:pt>
    <dgm:pt modelId="{00B72F23-C534-4650-8795-BB7AFB573A8D}" type="parTrans" cxnId="{42E3079F-C9BB-4745-BFC1-68CAB0BB61A2}">
      <dgm:prSet/>
      <dgm:spPr/>
      <dgm:t>
        <a:bodyPr/>
        <a:lstStyle/>
        <a:p>
          <a:endParaRPr lang="en-US"/>
        </a:p>
      </dgm:t>
    </dgm:pt>
    <dgm:pt modelId="{541535A1-B2FA-4EE6-832C-9DFE7E8DED78}" type="sibTrans" cxnId="{42E3079F-C9BB-4745-BFC1-68CAB0BB61A2}">
      <dgm:prSet/>
      <dgm:spPr/>
      <dgm:t>
        <a:bodyPr/>
        <a:lstStyle/>
        <a:p>
          <a:endParaRPr lang="en-US"/>
        </a:p>
      </dgm:t>
    </dgm:pt>
    <dgm:pt modelId="{A0EF26CB-1DF6-46BC-B953-A4C2A5B321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Faster debugging</a:t>
          </a:r>
        </a:p>
      </dgm:t>
    </dgm:pt>
    <dgm:pt modelId="{42A8BE3F-69D3-4212-9E64-77EBF109D701}" type="parTrans" cxnId="{325E18C1-8AA8-4B5E-94A1-849C99D3F5B8}">
      <dgm:prSet/>
      <dgm:spPr/>
      <dgm:t>
        <a:bodyPr/>
        <a:lstStyle/>
        <a:p>
          <a:endParaRPr lang="en-US"/>
        </a:p>
      </dgm:t>
    </dgm:pt>
    <dgm:pt modelId="{AB63781E-4505-4726-B8B1-B9D5F291450F}" type="sibTrans" cxnId="{325E18C1-8AA8-4B5E-94A1-849C99D3F5B8}">
      <dgm:prSet/>
      <dgm:spPr/>
      <dgm:t>
        <a:bodyPr/>
        <a:lstStyle/>
        <a:p>
          <a:endParaRPr lang="en-US"/>
        </a:p>
      </dgm:t>
    </dgm:pt>
    <dgm:pt modelId="{F5C4E0D8-778C-45C2-BC4F-F39905B739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Built-in security checks</a:t>
          </a:r>
        </a:p>
      </dgm:t>
    </dgm:pt>
    <dgm:pt modelId="{A471DCB1-3F58-45FE-A917-D6B483BFF760}" type="parTrans" cxnId="{FF820B45-CE7B-4D2C-AE70-979EB1D0C5CB}">
      <dgm:prSet/>
      <dgm:spPr/>
      <dgm:t>
        <a:bodyPr/>
        <a:lstStyle/>
        <a:p>
          <a:endParaRPr lang="en-US"/>
        </a:p>
      </dgm:t>
    </dgm:pt>
    <dgm:pt modelId="{4079BD56-532A-4953-A9D8-34AEB28E531A}" type="sibTrans" cxnId="{FF820B45-CE7B-4D2C-AE70-979EB1D0C5CB}">
      <dgm:prSet/>
      <dgm:spPr/>
      <dgm:t>
        <a:bodyPr/>
        <a:lstStyle/>
        <a:p>
          <a:endParaRPr lang="en-US"/>
        </a:p>
      </dgm:t>
    </dgm:pt>
    <dgm:pt modelId="{B7E60E02-6587-4CD2-A523-479DAAB12D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Scalable and extensible</a:t>
          </a:r>
        </a:p>
      </dgm:t>
    </dgm:pt>
    <dgm:pt modelId="{C562CD96-C02C-459E-BAA9-6CA561CFAE00}" type="parTrans" cxnId="{FBDF8391-4900-4824-B786-B69730B8C9F4}">
      <dgm:prSet/>
      <dgm:spPr/>
      <dgm:t>
        <a:bodyPr/>
        <a:lstStyle/>
        <a:p>
          <a:endParaRPr lang="en-US"/>
        </a:p>
      </dgm:t>
    </dgm:pt>
    <dgm:pt modelId="{81F6D9A7-B0A7-413D-A444-1C220A990F3B}" type="sibTrans" cxnId="{FBDF8391-4900-4824-B786-B69730B8C9F4}">
      <dgm:prSet/>
      <dgm:spPr/>
      <dgm:t>
        <a:bodyPr/>
        <a:lstStyle/>
        <a:p>
          <a:endParaRPr lang="en-US"/>
        </a:p>
      </dgm:t>
    </dgm:pt>
    <dgm:pt modelId="{598DF261-5B2C-4B49-B30D-21FA75EFD9BC}" type="pres">
      <dgm:prSet presAssocID="{6DB74BE3-087A-4C50-A46F-E192B5889780}" presName="root" presStyleCnt="0">
        <dgm:presLayoutVars>
          <dgm:dir/>
          <dgm:resizeHandles val="exact"/>
        </dgm:presLayoutVars>
      </dgm:prSet>
      <dgm:spPr/>
    </dgm:pt>
    <dgm:pt modelId="{E443BC42-F4A8-4880-BFAA-7BB964C51452}" type="pres">
      <dgm:prSet presAssocID="{6B62606C-4E62-47A1-9617-9B0AAD0C0D22}" presName="compNode" presStyleCnt="0"/>
      <dgm:spPr/>
    </dgm:pt>
    <dgm:pt modelId="{712A9E79-8628-47AD-B673-339EB9ECD84D}" type="pres">
      <dgm:prSet presAssocID="{6B62606C-4E62-47A1-9617-9B0AAD0C0D22}" presName="bgRect" presStyleLbl="bgShp" presStyleIdx="0" presStyleCnt="5"/>
      <dgm:spPr/>
    </dgm:pt>
    <dgm:pt modelId="{34AE6729-94C1-4A05-941F-C3A1D88D1C86}" type="pres">
      <dgm:prSet presAssocID="{6B62606C-4E62-47A1-9617-9B0AAD0C0D2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FEDC98F-66A0-4EB7-98B8-537A0A199ADA}" type="pres">
      <dgm:prSet presAssocID="{6B62606C-4E62-47A1-9617-9B0AAD0C0D22}" presName="spaceRect" presStyleCnt="0"/>
      <dgm:spPr/>
    </dgm:pt>
    <dgm:pt modelId="{AF8FA4BA-58DB-4E87-8506-84729AFC08C9}" type="pres">
      <dgm:prSet presAssocID="{6B62606C-4E62-47A1-9617-9B0AAD0C0D22}" presName="parTx" presStyleLbl="revTx" presStyleIdx="0" presStyleCnt="5">
        <dgm:presLayoutVars>
          <dgm:chMax val="0"/>
          <dgm:chPref val="0"/>
        </dgm:presLayoutVars>
      </dgm:prSet>
      <dgm:spPr/>
    </dgm:pt>
    <dgm:pt modelId="{1E200DD4-17A2-43D8-85C1-E11512D9ED6F}" type="pres">
      <dgm:prSet presAssocID="{D648B197-C636-452F-9A10-37AD15E86596}" presName="sibTrans" presStyleCnt="0"/>
      <dgm:spPr/>
    </dgm:pt>
    <dgm:pt modelId="{92E017EA-9C70-4546-9CEF-0518FAB04854}" type="pres">
      <dgm:prSet presAssocID="{0ADE964B-7B8A-4A03-9B04-B55C87265331}" presName="compNode" presStyleCnt="0"/>
      <dgm:spPr/>
    </dgm:pt>
    <dgm:pt modelId="{DF189D2B-F81E-4761-A47E-147A8F387528}" type="pres">
      <dgm:prSet presAssocID="{0ADE964B-7B8A-4A03-9B04-B55C87265331}" presName="bgRect" presStyleLbl="bgShp" presStyleIdx="1" presStyleCnt="5"/>
      <dgm:spPr/>
    </dgm:pt>
    <dgm:pt modelId="{4E96C798-0F3A-4CBE-85B7-EC55FB233309}" type="pres">
      <dgm:prSet presAssocID="{0ADE964B-7B8A-4A03-9B04-B55C8726533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4B10D49F-D3EC-438D-BBFE-7CCF6AA2E079}" type="pres">
      <dgm:prSet presAssocID="{0ADE964B-7B8A-4A03-9B04-B55C87265331}" presName="spaceRect" presStyleCnt="0"/>
      <dgm:spPr/>
    </dgm:pt>
    <dgm:pt modelId="{E8CEEDC9-5EE1-4EA5-A3AA-55D4F8BABA00}" type="pres">
      <dgm:prSet presAssocID="{0ADE964B-7B8A-4A03-9B04-B55C87265331}" presName="parTx" presStyleLbl="revTx" presStyleIdx="1" presStyleCnt="5">
        <dgm:presLayoutVars>
          <dgm:chMax val="0"/>
          <dgm:chPref val="0"/>
        </dgm:presLayoutVars>
      </dgm:prSet>
      <dgm:spPr/>
    </dgm:pt>
    <dgm:pt modelId="{7491E6E7-E4C3-4A67-B8A8-C978C9BE80DB}" type="pres">
      <dgm:prSet presAssocID="{541535A1-B2FA-4EE6-832C-9DFE7E8DED78}" presName="sibTrans" presStyleCnt="0"/>
      <dgm:spPr/>
    </dgm:pt>
    <dgm:pt modelId="{164DA2F9-EFE5-431B-A9FC-F722A4DE0063}" type="pres">
      <dgm:prSet presAssocID="{A0EF26CB-1DF6-46BC-B953-A4C2A5B321DA}" presName="compNode" presStyleCnt="0"/>
      <dgm:spPr/>
    </dgm:pt>
    <dgm:pt modelId="{707561B9-83FF-4915-A127-DB29C2B0659C}" type="pres">
      <dgm:prSet presAssocID="{A0EF26CB-1DF6-46BC-B953-A4C2A5B321DA}" presName="bgRect" presStyleLbl="bgShp" presStyleIdx="2" presStyleCnt="5"/>
      <dgm:spPr/>
    </dgm:pt>
    <dgm:pt modelId="{42334816-D9B6-4725-B48A-43DE75404322}" type="pres">
      <dgm:prSet presAssocID="{A0EF26CB-1DF6-46BC-B953-A4C2A5B321D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F97AF5EF-37A5-4CE1-A8C8-20615F1EC192}" type="pres">
      <dgm:prSet presAssocID="{A0EF26CB-1DF6-46BC-B953-A4C2A5B321DA}" presName="spaceRect" presStyleCnt="0"/>
      <dgm:spPr/>
    </dgm:pt>
    <dgm:pt modelId="{AD579938-F0D3-4838-A227-1267C5039E36}" type="pres">
      <dgm:prSet presAssocID="{A0EF26CB-1DF6-46BC-B953-A4C2A5B321DA}" presName="parTx" presStyleLbl="revTx" presStyleIdx="2" presStyleCnt="5">
        <dgm:presLayoutVars>
          <dgm:chMax val="0"/>
          <dgm:chPref val="0"/>
        </dgm:presLayoutVars>
      </dgm:prSet>
      <dgm:spPr/>
    </dgm:pt>
    <dgm:pt modelId="{EB0EA880-4D50-4AA2-9B69-5805BEE003CF}" type="pres">
      <dgm:prSet presAssocID="{AB63781E-4505-4726-B8B1-B9D5F291450F}" presName="sibTrans" presStyleCnt="0"/>
      <dgm:spPr/>
    </dgm:pt>
    <dgm:pt modelId="{2B063951-81BD-460E-A006-41AA953433BE}" type="pres">
      <dgm:prSet presAssocID="{F5C4E0D8-778C-45C2-BC4F-F39905B7395B}" presName="compNode" presStyleCnt="0"/>
      <dgm:spPr/>
    </dgm:pt>
    <dgm:pt modelId="{C15291D1-62B3-427A-897F-862525080470}" type="pres">
      <dgm:prSet presAssocID="{F5C4E0D8-778C-45C2-BC4F-F39905B7395B}" presName="bgRect" presStyleLbl="bgShp" presStyleIdx="3" presStyleCnt="5"/>
      <dgm:spPr/>
    </dgm:pt>
    <dgm:pt modelId="{B5BE33FE-EE43-4A6F-9D7E-7D557041776F}" type="pres">
      <dgm:prSet presAssocID="{F5C4E0D8-778C-45C2-BC4F-F39905B7395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F63D5891-8501-4794-9CD7-AF1D132EDD8E}" type="pres">
      <dgm:prSet presAssocID="{F5C4E0D8-778C-45C2-BC4F-F39905B7395B}" presName="spaceRect" presStyleCnt="0"/>
      <dgm:spPr/>
    </dgm:pt>
    <dgm:pt modelId="{E6C53B0B-E9E9-4633-A3C8-6616CAA15BA8}" type="pres">
      <dgm:prSet presAssocID="{F5C4E0D8-778C-45C2-BC4F-F39905B7395B}" presName="parTx" presStyleLbl="revTx" presStyleIdx="3" presStyleCnt="5">
        <dgm:presLayoutVars>
          <dgm:chMax val="0"/>
          <dgm:chPref val="0"/>
        </dgm:presLayoutVars>
      </dgm:prSet>
      <dgm:spPr/>
    </dgm:pt>
    <dgm:pt modelId="{1F6600C3-A40B-43EC-9D85-FE294DC0AB20}" type="pres">
      <dgm:prSet presAssocID="{4079BD56-532A-4953-A9D8-34AEB28E531A}" presName="sibTrans" presStyleCnt="0"/>
      <dgm:spPr/>
    </dgm:pt>
    <dgm:pt modelId="{750595BD-4794-44B8-85F1-EB9CFCE2A1A1}" type="pres">
      <dgm:prSet presAssocID="{B7E60E02-6587-4CD2-A523-479DAAB12DB3}" presName="compNode" presStyleCnt="0"/>
      <dgm:spPr/>
    </dgm:pt>
    <dgm:pt modelId="{C5E2D564-ADA7-45E4-87DF-83F39B294469}" type="pres">
      <dgm:prSet presAssocID="{B7E60E02-6587-4CD2-A523-479DAAB12DB3}" presName="bgRect" presStyleLbl="bgShp" presStyleIdx="4" presStyleCnt="5"/>
      <dgm:spPr/>
    </dgm:pt>
    <dgm:pt modelId="{45BC4FB9-9A44-4FF1-9654-814C3AFCDA50}" type="pres">
      <dgm:prSet presAssocID="{B7E60E02-6587-4CD2-A523-479DAAB12DB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5C36434A-E272-42E5-A8CC-248E6EDEF718}" type="pres">
      <dgm:prSet presAssocID="{B7E60E02-6587-4CD2-A523-479DAAB12DB3}" presName="spaceRect" presStyleCnt="0"/>
      <dgm:spPr/>
    </dgm:pt>
    <dgm:pt modelId="{802C8975-0CFF-41DF-BECE-52E631300EE2}" type="pres">
      <dgm:prSet presAssocID="{B7E60E02-6587-4CD2-A523-479DAAB12DB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3697717-3B31-4151-9B3C-DFFFA0291DE2}" type="presOf" srcId="{6DB74BE3-087A-4C50-A46F-E192B5889780}" destId="{598DF261-5B2C-4B49-B30D-21FA75EFD9BC}" srcOrd="0" destOrd="0" presId="urn:microsoft.com/office/officeart/2018/2/layout/IconVerticalSolidList"/>
    <dgm:cxn modelId="{82396A3E-1052-4952-B38A-5E88021752C5}" type="presOf" srcId="{A0EF26CB-1DF6-46BC-B953-A4C2A5B321DA}" destId="{AD579938-F0D3-4838-A227-1267C5039E36}" srcOrd="0" destOrd="0" presId="urn:microsoft.com/office/officeart/2018/2/layout/IconVerticalSolidList"/>
    <dgm:cxn modelId="{FF820B45-CE7B-4D2C-AE70-979EB1D0C5CB}" srcId="{6DB74BE3-087A-4C50-A46F-E192B5889780}" destId="{F5C4E0D8-778C-45C2-BC4F-F39905B7395B}" srcOrd="3" destOrd="0" parTransId="{A471DCB1-3F58-45FE-A917-D6B483BFF760}" sibTransId="{4079BD56-532A-4953-A9D8-34AEB28E531A}"/>
    <dgm:cxn modelId="{E5B0BE52-B481-4069-BFED-36827D5FCC8F}" srcId="{6DB74BE3-087A-4C50-A46F-E192B5889780}" destId="{6B62606C-4E62-47A1-9617-9B0AAD0C0D22}" srcOrd="0" destOrd="0" parTransId="{7463BA26-D3F0-4491-9FFB-17A73FB3F05F}" sibTransId="{D648B197-C636-452F-9A10-37AD15E86596}"/>
    <dgm:cxn modelId="{B953D28E-47F0-4E9F-8FF9-FE71F7630A7B}" type="presOf" srcId="{6B62606C-4E62-47A1-9617-9B0AAD0C0D22}" destId="{AF8FA4BA-58DB-4E87-8506-84729AFC08C9}" srcOrd="0" destOrd="0" presId="urn:microsoft.com/office/officeart/2018/2/layout/IconVerticalSolidList"/>
    <dgm:cxn modelId="{FBDF8391-4900-4824-B786-B69730B8C9F4}" srcId="{6DB74BE3-087A-4C50-A46F-E192B5889780}" destId="{B7E60E02-6587-4CD2-A523-479DAAB12DB3}" srcOrd="4" destOrd="0" parTransId="{C562CD96-C02C-459E-BAA9-6CA561CFAE00}" sibTransId="{81F6D9A7-B0A7-413D-A444-1C220A990F3B}"/>
    <dgm:cxn modelId="{93E7999E-49F3-426F-A4B8-36BA370C807C}" type="presOf" srcId="{B7E60E02-6587-4CD2-A523-479DAAB12DB3}" destId="{802C8975-0CFF-41DF-BECE-52E631300EE2}" srcOrd="0" destOrd="0" presId="urn:microsoft.com/office/officeart/2018/2/layout/IconVerticalSolidList"/>
    <dgm:cxn modelId="{42E3079F-C9BB-4745-BFC1-68CAB0BB61A2}" srcId="{6DB74BE3-087A-4C50-A46F-E192B5889780}" destId="{0ADE964B-7B8A-4A03-9B04-B55C87265331}" srcOrd="1" destOrd="0" parTransId="{00B72F23-C534-4650-8795-BB7AFB573A8D}" sibTransId="{541535A1-B2FA-4EE6-832C-9DFE7E8DED78}"/>
    <dgm:cxn modelId="{FD0F83BA-202B-4C6E-B402-E67A1C0ADB50}" type="presOf" srcId="{0ADE964B-7B8A-4A03-9B04-B55C87265331}" destId="{E8CEEDC9-5EE1-4EA5-A3AA-55D4F8BABA00}" srcOrd="0" destOrd="0" presId="urn:microsoft.com/office/officeart/2018/2/layout/IconVerticalSolidList"/>
    <dgm:cxn modelId="{325E18C1-8AA8-4B5E-94A1-849C99D3F5B8}" srcId="{6DB74BE3-087A-4C50-A46F-E192B5889780}" destId="{A0EF26CB-1DF6-46BC-B953-A4C2A5B321DA}" srcOrd="2" destOrd="0" parTransId="{42A8BE3F-69D3-4212-9E64-77EBF109D701}" sibTransId="{AB63781E-4505-4726-B8B1-B9D5F291450F}"/>
    <dgm:cxn modelId="{DCF222D7-DA4C-4AEF-AF2B-7EAAF25FD4CE}" type="presOf" srcId="{F5C4E0D8-778C-45C2-BC4F-F39905B7395B}" destId="{E6C53B0B-E9E9-4633-A3C8-6616CAA15BA8}" srcOrd="0" destOrd="0" presId="urn:microsoft.com/office/officeart/2018/2/layout/IconVerticalSolidList"/>
    <dgm:cxn modelId="{E9C32822-9631-4AB0-AAC7-43AB8DF27EA0}" type="presParOf" srcId="{598DF261-5B2C-4B49-B30D-21FA75EFD9BC}" destId="{E443BC42-F4A8-4880-BFAA-7BB964C51452}" srcOrd="0" destOrd="0" presId="urn:microsoft.com/office/officeart/2018/2/layout/IconVerticalSolidList"/>
    <dgm:cxn modelId="{65F954D9-DC37-47E2-9EAC-FF3F687FFB80}" type="presParOf" srcId="{E443BC42-F4A8-4880-BFAA-7BB964C51452}" destId="{712A9E79-8628-47AD-B673-339EB9ECD84D}" srcOrd="0" destOrd="0" presId="urn:microsoft.com/office/officeart/2018/2/layout/IconVerticalSolidList"/>
    <dgm:cxn modelId="{D5B88E7E-5A13-4C08-84FE-B770E617A808}" type="presParOf" srcId="{E443BC42-F4A8-4880-BFAA-7BB964C51452}" destId="{34AE6729-94C1-4A05-941F-C3A1D88D1C86}" srcOrd="1" destOrd="0" presId="urn:microsoft.com/office/officeart/2018/2/layout/IconVerticalSolidList"/>
    <dgm:cxn modelId="{55661325-5421-42A2-AD14-4DC9E80B4E2E}" type="presParOf" srcId="{E443BC42-F4A8-4880-BFAA-7BB964C51452}" destId="{5FEDC98F-66A0-4EB7-98B8-537A0A199ADA}" srcOrd="2" destOrd="0" presId="urn:microsoft.com/office/officeart/2018/2/layout/IconVerticalSolidList"/>
    <dgm:cxn modelId="{A9600E0C-A435-4170-AEBE-937B365265D0}" type="presParOf" srcId="{E443BC42-F4A8-4880-BFAA-7BB964C51452}" destId="{AF8FA4BA-58DB-4E87-8506-84729AFC08C9}" srcOrd="3" destOrd="0" presId="urn:microsoft.com/office/officeart/2018/2/layout/IconVerticalSolidList"/>
    <dgm:cxn modelId="{A7D662B8-BF76-4372-81D8-ECF9A33A826C}" type="presParOf" srcId="{598DF261-5B2C-4B49-B30D-21FA75EFD9BC}" destId="{1E200DD4-17A2-43D8-85C1-E11512D9ED6F}" srcOrd="1" destOrd="0" presId="urn:microsoft.com/office/officeart/2018/2/layout/IconVerticalSolidList"/>
    <dgm:cxn modelId="{BBBE3749-B9E9-4C20-A941-1DD6F509218D}" type="presParOf" srcId="{598DF261-5B2C-4B49-B30D-21FA75EFD9BC}" destId="{92E017EA-9C70-4546-9CEF-0518FAB04854}" srcOrd="2" destOrd="0" presId="urn:microsoft.com/office/officeart/2018/2/layout/IconVerticalSolidList"/>
    <dgm:cxn modelId="{579E9A86-EF43-4E6A-BF47-295B45B9B649}" type="presParOf" srcId="{92E017EA-9C70-4546-9CEF-0518FAB04854}" destId="{DF189D2B-F81E-4761-A47E-147A8F387528}" srcOrd="0" destOrd="0" presId="urn:microsoft.com/office/officeart/2018/2/layout/IconVerticalSolidList"/>
    <dgm:cxn modelId="{5327A531-40A5-46C2-9F1A-0C8196394830}" type="presParOf" srcId="{92E017EA-9C70-4546-9CEF-0518FAB04854}" destId="{4E96C798-0F3A-4CBE-85B7-EC55FB233309}" srcOrd="1" destOrd="0" presId="urn:microsoft.com/office/officeart/2018/2/layout/IconVerticalSolidList"/>
    <dgm:cxn modelId="{C601CE7D-CF15-4077-BDBF-32B70E85F955}" type="presParOf" srcId="{92E017EA-9C70-4546-9CEF-0518FAB04854}" destId="{4B10D49F-D3EC-438D-BBFE-7CCF6AA2E079}" srcOrd="2" destOrd="0" presId="urn:microsoft.com/office/officeart/2018/2/layout/IconVerticalSolidList"/>
    <dgm:cxn modelId="{06D3DDAC-7A76-4EA7-8CF5-A6F959D94283}" type="presParOf" srcId="{92E017EA-9C70-4546-9CEF-0518FAB04854}" destId="{E8CEEDC9-5EE1-4EA5-A3AA-55D4F8BABA00}" srcOrd="3" destOrd="0" presId="urn:microsoft.com/office/officeart/2018/2/layout/IconVerticalSolidList"/>
    <dgm:cxn modelId="{3CF60273-3531-42D9-9996-46F742C171D7}" type="presParOf" srcId="{598DF261-5B2C-4B49-B30D-21FA75EFD9BC}" destId="{7491E6E7-E4C3-4A67-B8A8-C978C9BE80DB}" srcOrd="3" destOrd="0" presId="urn:microsoft.com/office/officeart/2018/2/layout/IconVerticalSolidList"/>
    <dgm:cxn modelId="{7A7DF18E-1ABC-4B02-9AB9-81FB0C6715FF}" type="presParOf" srcId="{598DF261-5B2C-4B49-B30D-21FA75EFD9BC}" destId="{164DA2F9-EFE5-431B-A9FC-F722A4DE0063}" srcOrd="4" destOrd="0" presId="urn:microsoft.com/office/officeart/2018/2/layout/IconVerticalSolidList"/>
    <dgm:cxn modelId="{9533AE99-B4A1-49E9-84F0-059DC2AB0000}" type="presParOf" srcId="{164DA2F9-EFE5-431B-A9FC-F722A4DE0063}" destId="{707561B9-83FF-4915-A127-DB29C2B0659C}" srcOrd="0" destOrd="0" presId="urn:microsoft.com/office/officeart/2018/2/layout/IconVerticalSolidList"/>
    <dgm:cxn modelId="{6B0F6B6D-E8B3-43AD-B196-3BC17C281DD5}" type="presParOf" srcId="{164DA2F9-EFE5-431B-A9FC-F722A4DE0063}" destId="{42334816-D9B6-4725-B48A-43DE75404322}" srcOrd="1" destOrd="0" presId="urn:microsoft.com/office/officeart/2018/2/layout/IconVerticalSolidList"/>
    <dgm:cxn modelId="{B6BCD896-65A6-4BB3-A41E-9E0A049D6153}" type="presParOf" srcId="{164DA2F9-EFE5-431B-A9FC-F722A4DE0063}" destId="{F97AF5EF-37A5-4CE1-A8C8-20615F1EC192}" srcOrd="2" destOrd="0" presId="urn:microsoft.com/office/officeart/2018/2/layout/IconVerticalSolidList"/>
    <dgm:cxn modelId="{37A2A45F-DB02-4C8B-A7F4-004B00186585}" type="presParOf" srcId="{164DA2F9-EFE5-431B-A9FC-F722A4DE0063}" destId="{AD579938-F0D3-4838-A227-1267C5039E36}" srcOrd="3" destOrd="0" presId="urn:microsoft.com/office/officeart/2018/2/layout/IconVerticalSolidList"/>
    <dgm:cxn modelId="{FDC7BEA9-1841-419C-AA5C-78B80B9B963E}" type="presParOf" srcId="{598DF261-5B2C-4B49-B30D-21FA75EFD9BC}" destId="{EB0EA880-4D50-4AA2-9B69-5805BEE003CF}" srcOrd="5" destOrd="0" presId="urn:microsoft.com/office/officeart/2018/2/layout/IconVerticalSolidList"/>
    <dgm:cxn modelId="{ECFE0319-0196-4019-86EA-8EB07BE27D33}" type="presParOf" srcId="{598DF261-5B2C-4B49-B30D-21FA75EFD9BC}" destId="{2B063951-81BD-460E-A006-41AA953433BE}" srcOrd="6" destOrd="0" presId="urn:microsoft.com/office/officeart/2018/2/layout/IconVerticalSolidList"/>
    <dgm:cxn modelId="{BCFF8AB5-3E30-48DB-8680-B034098374B0}" type="presParOf" srcId="{2B063951-81BD-460E-A006-41AA953433BE}" destId="{C15291D1-62B3-427A-897F-862525080470}" srcOrd="0" destOrd="0" presId="urn:microsoft.com/office/officeart/2018/2/layout/IconVerticalSolidList"/>
    <dgm:cxn modelId="{788A498F-10D7-4436-9FD1-23733E86B94F}" type="presParOf" srcId="{2B063951-81BD-460E-A006-41AA953433BE}" destId="{B5BE33FE-EE43-4A6F-9D7E-7D557041776F}" srcOrd="1" destOrd="0" presId="urn:microsoft.com/office/officeart/2018/2/layout/IconVerticalSolidList"/>
    <dgm:cxn modelId="{A740D208-798E-4693-94B0-DCE2DBC1BDF3}" type="presParOf" srcId="{2B063951-81BD-460E-A006-41AA953433BE}" destId="{F63D5891-8501-4794-9CD7-AF1D132EDD8E}" srcOrd="2" destOrd="0" presId="urn:microsoft.com/office/officeart/2018/2/layout/IconVerticalSolidList"/>
    <dgm:cxn modelId="{18BA6021-DA35-41A0-8A1E-33C5DC405B7D}" type="presParOf" srcId="{2B063951-81BD-460E-A006-41AA953433BE}" destId="{E6C53B0B-E9E9-4633-A3C8-6616CAA15BA8}" srcOrd="3" destOrd="0" presId="urn:microsoft.com/office/officeart/2018/2/layout/IconVerticalSolidList"/>
    <dgm:cxn modelId="{4ECA2FBA-65F9-443E-8100-098E877F4C84}" type="presParOf" srcId="{598DF261-5B2C-4B49-B30D-21FA75EFD9BC}" destId="{1F6600C3-A40B-43EC-9D85-FE294DC0AB20}" srcOrd="7" destOrd="0" presId="urn:microsoft.com/office/officeart/2018/2/layout/IconVerticalSolidList"/>
    <dgm:cxn modelId="{249863E0-CD6B-439E-B5D6-D3A43800AD8C}" type="presParOf" srcId="{598DF261-5B2C-4B49-B30D-21FA75EFD9BC}" destId="{750595BD-4794-44B8-85F1-EB9CFCE2A1A1}" srcOrd="8" destOrd="0" presId="urn:microsoft.com/office/officeart/2018/2/layout/IconVerticalSolidList"/>
    <dgm:cxn modelId="{26CA1F3C-DFA7-41A4-965A-34DE9C21E8C9}" type="presParOf" srcId="{750595BD-4794-44B8-85F1-EB9CFCE2A1A1}" destId="{C5E2D564-ADA7-45E4-87DF-83F39B294469}" srcOrd="0" destOrd="0" presId="urn:microsoft.com/office/officeart/2018/2/layout/IconVerticalSolidList"/>
    <dgm:cxn modelId="{8BC5A448-BFFB-4AFB-8E89-014E635AABEA}" type="presParOf" srcId="{750595BD-4794-44B8-85F1-EB9CFCE2A1A1}" destId="{45BC4FB9-9A44-4FF1-9654-814C3AFCDA50}" srcOrd="1" destOrd="0" presId="urn:microsoft.com/office/officeart/2018/2/layout/IconVerticalSolidList"/>
    <dgm:cxn modelId="{0B50C824-21B6-4C47-9E34-DD66599DAAC9}" type="presParOf" srcId="{750595BD-4794-44B8-85F1-EB9CFCE2A1A1}" destId="{5C36434A-E272-42E5-A8CC-248E6EDEF718}" srcOrd="2" destOrd="0" presId="urn:microsoft.com/office/officeart/2018/2/layout/IconVerticalSolidList"/>
    <dgm:cxn modelId="{C85AC0D4-E4C0-4FBA-BB33-71956611CFEE}" type="presParOf" srcId="{750595BD-4794-44B8-85F1-EB9CFCE2A1A1}" destId="{802C8975-0CFF-41DF-BECE-52E631300E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867C90B-0B7D-4BAF-93D3-2AC0080886A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058BA04-A029-4580-A1A5-913D70D245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Software development teams</a:t>
          </a:r>
        </a:p>
      </dgm:t>
    </dgm:pt>
    <dgm:pt modelId="{96D04173-6AC9-46F5-A7EC-F39A5ED3CADC}" type="parTrans" cxnId="{04E6FA72-38C9-431E-B891-4DB250BF5A75}">
      <dgm:prSet/>
      <dgm:spPr/>
      <dgm:t>
        <a:bodyPr/>
        <a:lstStyle/>
        <a:p>
          <a:endParaRPr lang="en-US"/>
        </a:p>
      </dgm:t>
    </dgm:pt>
    <dgm:pt modelId="{44C58017-A6BB-4D8A-96A4-B7DFF09F8AAF}" type="sibTrans" cxnId="{04E6FA72-38C9-431E-B891-4DB250BF5A75}">
      <dgm:prSet/>
      <dgm:spPr/>
      <dgm:t>
        <a:bodyPr/>
        <a:lstStyle/>
        <a:p>
          <a:endParaRPr lang="en-US"/>
        </a:p>
      </dgm:t>
    </dgm:pt>
    <dgm:pt modelId="{DDC30973-CB5F-47D4-A50F-EAAE39D99C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Code review automation</a:t>
          </a:r>
        </a:p>
      </dgm:t>
    </dgm:pt>
    <dgm:pt modelId="{C8890C2E-5897-4DB7-8268-0A4FD666AD00}" type="parTrans" cxnId="{FB42CDB0-73A0-4E37-869B-2EA283046C38}">
      <dgm:prSet/>
      <dgm:spPr/>
      <dgm:t>
        <a:bodyPr/>
        <a:lstStyle/>
        <a:p>
          <a:endParaRPr lang="en-US"/>
        </a:p>
      </dgm:t>
    </dgm:pt>
    <dgm:pt modelId="{129D5106-65B9-4FCA-BD5E-6331864DA641}" type="sibTrans" cxnId="{FB42CDB0-73A0-4E37-869B-2EA283046C38}">
      <dgm:prSet/>
      <dgm:spPr/>
      <dgm:t>
        <a:bodyPr/>
        <a:lstStyle/>
        <a:p>
          <a:endParaRPr lang="en-US"/>
        </a:p>
      </dgm:t>
    </dgm:pt>
    <dgm:pt modelId="{A4BDEDD1-860F-4745-AB4E-05C49989C6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Secure application development</a:t>
          </a:r>
        </a:p>
      </dgm:t>
    </dgm:pt>
    <dgm:pt modelId="{AE21D3FC-5DD2-4BFE-89C6-511A122CF4A4}" type="parTrans" cxnId="{D8936879-E25C-4CAF-9147-CBBAD94DF9AF}">
      <dgm:prSet/>
      <dgm:spPr/>
      <dgm:t>
        <a:bodyPr/>
        <a:lstStyle/>
        <a:p>
          <a:endParaRPr lang="en-US"/>
        </a:p>
      </dgm:t>
    </dgm:pt>
    <dgm:pt modelId="{7A58560F-8BF9-41B4-9916-25E409DD31A0}" type="sibTrans" cxnId="{D8936879-E25C-4CAF-9147-CBBAD94DF9AF}">
      <dgm:prSet/>
      <dgm:spPr/>
      <dgm:t>
        <a:bodyPr/>
        <a:lstStyle/>
        <a:p>
          <a:endParaRPr lang="en-US"/>
        </a:p>
      </dgm:t>
    </dgm:pt>
    <dgm:pt modelId="{BEE43736-286D-4CD6-A562-66273C68E20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AI-assisted DevOps pipelines</a:t>
          </a:r>
        </a:p>
      </dgm:t>
    </dgm:pt>
    <dgm:pt modelId="{9BF97EEA-D171-4359-B2FD-12B47472EB76}" type="parTrans" cxnId="{A7CB2523-DAF6-4598-8ED6-B3CDAB0B4255}">
      <dgm:prSet/>
      <dgm:spPr/>
      <dgm:t>
        <a:bodyPr/>
        <a:lstStyle/>
        <a:p>
          <a:endParaRPr lang="en-US"/>
        </a:p>
      </dgm:t>
    </dgm:pt>
    <dgm:pt modelId="{91BDFC5C-D062-441B-B99C-8582D0CC5998}" type="sibTrans" cxnId="{A7CB2523-DAF6-4598-8ED6-B3CDAB0B4255}">
      <dgm:prSet/>
      <dgm:spPr/>
      <dgm:t>
        <a:bodyPr/>
        <a:lstStyle/>
        <a:p>
          <a:endParaRPr lang="en-US"/>
        </a:p>
      </dgm:t>
    </dgm:pt>
    <dgm:pt modelId="{035347A8-E188-47B6-BA34-A06984F8354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Educational platforms</a:t>
          </a:r>
        </a:p>
      </dgm:t>
    </dgm:pt>
    <dgm:pt modelId="{00BE41B1-D530-4D9F-A28E-F3D6BE76D036}" type="parTrans" cxnId="{6D46AB82-A733-4F30-8D86-9E0EE7A22CB4}">
      <dgm:prSet/>
      <dgm:spPr/>
      <dgm:t>
        <a:bodyPr/>
        <a:lstStyle/>
        <a:p>
          <a:endParaRPr lang="en-US"/>
        </a:p>
      </dgm:t>
    </dgm:pt>
    <dgm:pt modelId="{D06BE0A4-05D0-4BC0-BB8B-E8847BD8106D}" type="sibTrans" cxnId="{6D46AB82-A733-4F30-8D86-9E0EE7A22CB4}">
      <dgm:prSet/>
      <dgm:spPr/>
      <dgm:t>
        <a:bodyPr/>
        <a:lstStyle/>
        <a:p>
          <a:endParaRPr lang="en-US"/>
        </a:p>
      </dgm:t>
    </dgm:pt>
    <dgm:pt modelId="{8E3900F9-3405-4AA1-9425-B6702F3419B4}" type="pres">
      <dgm:prSet presAssocID="{4867C90B-0B7D-4BAF-93D3-2AC0080886AC}" presName="root" presStyleCnt="0">
        <dgm:presLayoutVars>
          <dgm:dir/>
          <dgm:resizeHandles val="exact"/>
        </dgm:presLayoutVars>
      </dgm:prSet>
      <dgm:spPr/>
    </dgm:pt>
    <dgm:pt modelId="{E48BBBF9-24CA-45BD-9DF3-652963EA1A16}" type="pres">
      <dgm:prSet presAssocID="{B058BA04-A029-4580-A1A5-913D70D245F7}" presName="compNode" presStyleCnt="0"/>
      <dgm:spPr/>
    </dgm:pt>
    <dgm:pt modelId="{0BBCCFD7-E24F-4ADE-B350-5B14AE4B2410}" type="pres">
      <dgm:prSet presAssocID="{B058BA04-A029-4580-A1A5-913D70D245F7}" presName="iconBgRect" presStyleLbl="bgShp" presStyleIdx="0" presStyleCnt="5"/>
      <dgm:spPr/>
    </dgm:pt>
    <dgm:pt modelId="{8861BCAB-1C0E-4366-9303-2B07259AC4B3}" type="pres">
      <dgm:prSet presAssocID="{B058BA04-A029-4580-A1A5-913D70D245F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ADCFCC2-AE71-4037-AA1E-D9EFD289915E}" type="pres">
      <dgm:prSet presAssocID="{B058BA04-A029-4580-A1A5-913D70D245F7}" presName="spaceRect" presStyleCnt="0"/>
      <dgm:spPr/>
    </dgm:pt>
    <dgm:pt modelId="{2C80C888-56CA-4E8B-86EB-BA4C4F76EE3E}" type="pres">
      <dgm:prSet presAssocID="{B058BA04-A029-4580-A1A5-913D70D245F7}" presName="textRect" presStyleLbl="revTx" presStyleIdx="0" presStyleCnt="5">
        <dgm:presLayoutVars>
          <dgm:chMax val="1"/>
          <dgm:chPref val="1"/>
        </dgm:presLayoutVars>
      </dgm:prSet>
      <dgm:spPr/>
    </dgm:pt>
    <dgm:pt modelId="{56181FA3-6C37-46AC-856C-047DE1660AEF}" type="pres">
      <dgm:prSet presAssocID="{44C58017-A6BB-4D8A-96A4-B7DFF09F8AAF}" presName="sibTrans" presStyleCnt="0"/>
      <dgm:spPr/>
    </dgm:pt>
    <dgm:pt modelId="{D97AA371-EABB-4EE0-87AC-EF46FDE57486}" type="pres">
      <dgm:prSet presAssocID="{DDC30973-CB5F-47D4-A50F-EAAE39D99C3D}" presName="compNode" presStyleCnt="0"/>
      <dgm:spPr/>
    </dgm:pt>
    <dgm:pt modelId="{AAFBC945-6FC7-4426-9B7B-8770A00E2BED}" type="pres">
      <dgm:prSet presAssocID="{DDC30973-CB5F-47D4-A50F-EAAE39D99C3D}" presName="iconBgRect" presStyleLbl="bgShp" presStyleIdx="1" presStyleCnt="5"/>
      <dgm:spPr/>
    </dgm:pt>
    <dgm:pt modelId="{47F4178D-9015-4E69-A4EE-574F49DEFA59}" type="pres">
      <dgm:prSet presAssocID="{DDC30973-CB5F-47D4-A50F-EAAE39D99C3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50796F6-F033-47AC-9858-B8A7211CEAFC}" type="pres">
      <dgm:prSet presAssocID="{DDC30973-CB5F-47D4-A50F-EAAE39D99C3D}" presName="spaceRect" presStyleCnt="0"/>
      <dgm:spPr/>
    </dgm:pt>
    <dgm:pt modelId="{9EB08DC6-FCF5-4934-994D-011930EBA9C1}" type="pres">
      <dgm:prSet presAssocID="{DDC30973-CB5F-47D4-A50F-EAAE39D99C3D}" presName="textRect" presStyleLbl="revTx" presStyleIdx="1" presStyleCnt="5">
        <dgm:presLayoutVars>
          <dgm:chMax val="1"/>
          <dgm:chPref val="1"/>
        </dgm:presLayoutVars>
      </dgm:prSet>
      <dgm:spPr/>
    </dgm:pt>
    <dgm:pt modelId="{2C991E7B-A049-4955-831B-95A9B484A7DA}" type="pres">
      <dgm:prSet presAssocID="{129D5106-65B9-4FCA-BD5E-6331864DA641}" presName="sibTrans" presStyleCnt="0"/>
      <dgm:spPr/>
    </dgm:pt>
    <dgm:pt modelId="{803CF714-53FD-4E49-9AB4-B10395344940}" type="pres">
      <dgm:prSet presAssocID="{A4BDEDD1-860F-4745-AB4E-05C49989C6AC}" presName="compNode" presStyleCnt="0"/>
      <dgm:spPr/>
    </dgm:pt>
    <dgm:pt modelId="{118E602E-1900-4126-924E-6D134EC6531B}" type="pres">
      <dgm:prSet presAssocID="{A4BDEDD1-860F-4745-AB4E-05C49989C6AC}" presName="iconBgRect" presStyleLbl="bgShp" presStyleIdx="2" presStyleCnt="5"/>
      <dgm:spPr/>
    </dgm:pt>
    <dgm:pt modelId="{7667187B-8FD7-4EEC-9402-F1559FAD05F3}" type="pres">
      <dgm:prSet presAssocID="{A4BDEDD1-860F-4745-AB4E-05C49989C6A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1E8BD4C-4EB1-4096-9B71-7B6AF18173E4}" type="pres">
      <dgm:prSet presAssocID="{A4BDEDD1-860F-4745-AB4E-05C49989C6AC}" presName="spaceRect" presStyleCnt="0"/>
      <dgm:spPr/>
    </dgm:pt>
    <dgm:pt modelId="{FD3584EC-C1B6-417B-A520-36149CB20AB7}" type="pres">
      <dgm:prSet presAssocID="{A4BDEDD1-860F-4745-AB4E-05C49989C6AC}" presName="textRect" presStyleLbl="revTx" presStyleIdx="2" presStyleCnt="5">
        <dgm:presLayoutVars>
          <dgm:chMax val="1"/>
          <dgm:chPref val="1"/>
        </dgm:presLayoutVars>
      </dgm:prSet>
      <dgm:spPr/>
    </dgm:pt>
    <dgm:pt modelId="{64ECE7F9-ED96-4EEF-949F-8100C1D4144A}" type="pres">
      <dgm:prSet presAssocID="{7A58560F-8BF9-41B4-9916-25E409DD31A0}" presName="sibTrans" presStyleCnt="0"/>
      <dgm:spPr/>
    </dgm:pt>
    <dgm:pt modelId="{38F888BB-1A9C-4CE0-BB94-D5AB0A2DD214}" type="pres">
      <dgm:prSet presAssocID="{BEE43736-286D-4CD6-A562-66273C68E206}" presName="compNode" presStyleCnt="0"/>
      <dgm:spPr/>
    </dgm:pt>
    <dgm:pt modelId="{6BDC83E6-BAE8-4C2A-8BCD-B100EE4B91C7}" type="pres">
      <dgm:prSet presAssocID="{BEE43736-286D-4CD6-A562-66273C68E206}" presName="iconBgRect" presStyleLbl="bgShp" presStyleIdx="3" presStyleCnt="5"/>
      <dgm:spPr/>
    </dgm:pt>
    <dgm:pt modelId="{30FB9900-D09D-4AB5-97DD-12968466FF45}" type="pres">
      <dgm:prSet presAssocID="{BEE43736-286D-4CD6-A562-66273C68E20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3CE2ACA-32B7-4533-8DDD-A50B887B5D5E}" type="pres">
      <dgm:prSet presAssocID="{BEE43736-286D-4CD6-A562-66273C68E206}" presName="spaceRect" presStyleCnt="0"/>
      <dgm:spPr/>
    </dgm:pt>
    <dgm:pt modelId="{5395897D-FDE1-41B2-8166-86B78F3A4BA5}" type="pres">
      <dgm:prSet presAssocID="{BEE43736-286D-4CD6-A562-66273C68E206}" presName="textRect" presStyleLbl="revTx" presStyleIdx="3" presStyleCnt="5">
        <dgm:presLayoutVars>
          <dgm:chMax val="1"/>
          <dgm:chPref val="1"/>
        </dgm:presLayoutVars>
      </dgm:prSet>
      <dgm:spPr/>
    </dgm:pt>
    <dgm:pt modelId="{8642F1C6-DC7B-4FD4-A883-3711BCBE36E3}" type="pres">
      <dgm:prSet presAssocID="{91BDFC5C-D062-441B-B99C-8582D0CC5998}" presName="sibTrans" presStyleCnt="0"/>
      <dgm:spPr/>
    </dgm:pt>
    <dgm:pt modelId="{CE5467AA-C990-4E84-A8C4-0596F6773809}" type="pres">
      <dgm:prSet presAssocID="{035347A8-E188-47B6-BA34-A06984F83544}" presName="compNode" presStyleCnt="0"/>
      <dgm:spPr/>
    </dgm:pt>
    <dgm:pt modelId="{C6709BBF-58A8-416F-8F9C-7FA96D148FC0}" type="pres">
      <dgm:prSet presAssocID="{035347A8-E188-47B6-BA34-A06984F83544}" presName="iconBgRect" presStyleLbl="bgShp" presStyleIdx="4" presStyleCnt="5"/>
      <dgm:spPr/>
    </dgm:pt>
    <dgm:pt modelId="{B019D749-CBFD-4C66-9643-9D61EE3F2BB1}" type="pres">
      <dgm:prSet presAssocID="{035347A8-E188-47B6-BA34-A06984F8354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C7DCEAA3-24D1-4B92-98C5-20DB76BA59BC}" type="pres">
      <dgm:prSet presAssocID="{035347A8-E188-47B6-BA34-A06984F83544}" presName="spaceRect" presStyleCnt="0"/>
      <dgm:spPr/>
    </dgm:pt>
    <dgm:pt modelId="{FD57D97B-7630-456D-AE8C-5C0EF7C62FE3}" type="pres">
      <dgm:prSet presAssocID="{035347A8-E188-47B6-BA34-A06984F8354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9862F0D-258E-4517-93E8-1BB1BD7F71E1}" type="presOf" srcId="{035347A8-E188-47B6-BA34-A06984F83544}" destId="{FD57D97B-7630-456D-AE8C-5C0EF7C62FE3}" srcOrd="0" destOrd="0" presId="urn:microsoft.com/office/officeart/2018/5/layout/IconCircleLabelList"/>
    <dgm:cxn modelId="{2B7EF515-0BD3-4334-9EAD-DCD35748D6EE}" type="presOf" srcId="{4867C90B-0B7D-4BAF-93D3-2AC0080886AC}" destId="{8E3900F9-3405-4AA1-9425-B6702F3419B4}" srcOrd="0" destOrd="0" presId="urn:microsoft.com/office/officeart/2018/5/layout/IconCircleLabelList"/>
    <dgm:cxn modelId="{A7CB2523-DAF6-4598-8ED6-B3CDAB0B4255}" srcId="{4867C90B-0B7D-4BAF-93D3-2AC0080886AC}" destId="{BEE43736-286D-4CD6-A562-66273C68E206}" srcOrd="3" destOrd="0" parTransId="{9BF97EEA-D171-4359-B2FD-12B47472EB76}" sibTransId="{91BDFC5C-D062-441B-B99C-8582D0CC5998}"/>
    <dgm:cxn modelId="{30927636-4064-431F-A40F-34FBE8DB2657}" type="presOf" srcId="{A4BDEDD1-860F-4745-AB4E-05C49989C6AC}" destId="{FD3584EC-C1B6-417B-A520-36149CB20AB7}" srcOrd="0" destOrd="0" presId="urn:microsoft.com/office/officeart/2018/5/layout/IconCircleLabelList"/>
    <dgm:cxn modelId="{04E6FA72-38C9-431E-B891-4DB250BF5A75}" srcId="{4867C90B-0B7D-4BAF-93D3-2AC0080886AC}" destId="{B058BA04-A029-4580-A1A5-913D70D245F7}" srcOrd="0" destOrd="0" parTransId="{96D04173-6AC9-46F5-A7EC-F39A5ED3CADC}" sibTransId="{44C58017-A6BB-4D8A-96A4-B7DFF09F8AAF}"/>
    <dgm:cxn modelId="{B0418B56-70DF-4D17-929D-85E7AFFC31C0}" type="presOf" srcId="{B058BA04-A029-4580-A1A5-913D70D245F7}" destId="{2C80C888-56CA-4E8B-86EB-BA4C4F76EE3E}" srcOrd="0" destOrd="0" presId="urn:microsoft.com/office/officeart/2018/5/layout/IconCircleLabelList"/>
    <dgm:cxn modelId="{D8936879-E25C-4CAF-9147-CBBAD94DF9AF}" srcId="{4867C90B-0B7D-4BAF-93D3-2AC0080886AC}" destId="{A4BDEDD1-860F-4745-AB4E-05C49989C6AC}" srcOrd="2" destOrd="0" parTransId="{AE21D3FC-5DD2-4BFE-89C6-511A122CF4A4}" sibTransId="{7A58560F-8BF9-41B4-9916-25E409DD31A0}"/>
    <dgm:cxn modelId="{AB4DEE80-7B07-4F7E-B1D8-7A957DFC1D9F}" type="presOf" srcId="{BEE43736-286D-4CD6-A562-66273C68E206}" destId="{5395897D-FDE1-41B2-8166-86B78F3A4BA5}" srcOrd="0" destOrd="0" presId="urn:microsoft.com/office/officeart/2018/5/layout/IconCircleLabelList"/>
    <dgm:cxn modelId="{6D46AB82-A733-4F30-8D86-9E0EE7A22CB4}" srcId="{4867C90B-0B7D-4BAF-93D3-2AC0080886AC}" destId="{035347A8-E188-47B6-BA34-A06984F83544}" srcOrd="4" destOrd="0" parTransId="{00BE41B1-D530-4D9F-A28E-F3D6BE76D036}" sibTransId="{D06BE0A4-05D0-4BC0-BB8B-E8847BD8106D}"/>
    <dgm:cxn modelId="{FB42CDB0-73A0-4E37-869B-2EA283046C38}" srcId="{4867C90B-0B7D-4BAF-93D3-2AC0080886AC}" destId="{DDC30973-CB5F-47D4-A50F-EAAE39D99C3D}" srcOrd="1" destOrd="0" parTransId="{C8890C2E-5897-4DB7-8268-0A4FD666AD00}" sibTransId="{129D5106-65B9-4FCA-BD5E-6331864DA641}"/>
    <dgm:cxn modelId="{A34B20DA-BD03-4580-B567-6DA1E6DE390B}" type="presOf" srcId="{DDC30973-CB5F-47D4-A50F-EAAE39D99C3D}" destId="{9EB08DC6-FCF5-4934-994D-011930EBA9C1}" srcOrd="0" destOrd="0" presId="urn:microsoft.com/office/officeart/2018/5/layout/IconCircleLabelList"/>
    <dgm:cxn modelId="{CB5A441B-BA08-4D45-9772-0E7A01D927E4}" type="presParOf" srcId="{8E3900F9-3405-4AA1-9425-B6702F3419B4}" destId="{E48BBBF9-24CA-45BD-9DF3-652963EA1A16}" srcOrd="0" destOrd="0" presId="urn:microsoft.com/office/officeart/2018/5/layout/IconCircleLabelList"/>
    <dgm:cxn modelId="{E3B468CB-6320-488D-8CFD-A0B751C177C8}" type="presParOf" srcId="{E48BBBF9-24CA-45BD-9DF3-652963EA1A16}" destId="{0BBCCFD7-E24F-4ADE-B350-5B14AE4B2410}" srcOrd="0" destOrd="0" presId="urn:microsoft.com/office/officeart/2018/5/layout/IconCircleLabelList"/>
    <dgm:cxn modelId="{FB447296-BCA2-40F9-91FB-E7D2D31D13EB}" type="presParOf" srcId="{E48BBBF9-24CA-45BD-9DF3-652963EA1A16}" destId="{8861BCAB-1C0E-4366-9303-2B07259AC4B3}" srcOrd="1" destOrd="0" presId="urn:microsoft.com/office/officeart/2018/5/layout/IconCircleLabelList"/>
    <dgm:cxn modelId="{C4AB0666-4B3A-4A0E-B953-2960A57DF8F5}" type="presParOf" srcId="{E48BBBF9-24CA-45BD-9DF3-652963EA1A16}" destId="{3ADCFCC2-AE71-4037-AA1E-D9EFD289915E}" srcOrd="2" destOrd="0" presId="urn:microsoft.com/office/officeart/2018/5/layout/IconCircleLabelList"/>
    <dgm:cxn modelId="{5DCA5959-94A8-4584-BFFB-14020F300920}" type="presParOf" srcId="{E48BBBF9-24CA-45BD-9DF3-652963EA1A16}" destId="{2C80C888-56CA-4E8B-86EB-BA4C4F76EE3E}" srcOrd="3" destOrd="0" presId="urn:microsoft.com/office/officeart/2018/5/layout/IconCircleLabelList"/>
    <dgm:cxn modelId="{CD447AA6-A675-43B9-8D48-E27FD834ADCA}" type="presParOf" srcId="{8E3900F9-3405-4AA1-9425-B6702F3419B4}" destId="{56181FA3-6C37-46AC-856C-047DE1660AEF}" srcOrd="1" destOrd="0" presId="urn:microsoft.com/office/officeart/2018/5/layout/IconCircleLabelList"/>
    <dgm:cxn modelId="{A8EB7BAD-0407-422C-862C-4EB7F68F8CC1}" type="presParOf" srcId="{8E3900F9-3405-4AA1-9425-B6702F3419B4}" destId="{D97AA371-EABB-4EE0-87AC-EF46FDE57486}" srcOrd="2" destOrd="0" presId="urn:microsoft.com/office/officeart/2018/5/layout/IconCircleLabelList"/>
    <dgm:cxn modelId="{D8A23FF3-250E-4706-8264-E7931D9BE97B}" type="presParOf" srcId="{D97AA371-EABB-4EE0-87AC-EF46FDE57486}" destId="{AAFBC945-6FC7-4426-9B7B-8770A00E2BED}" srcOrd="0" destOrd="0" presId="urn:microsoft.com/office/officeart/2018/5/layout/IconCircleLabelList"/>
    <dgm:cxn modelId="{D8CF56DD-4F17-47F8-B0A6-14BF0FE4D24D}" type="presParOf" srcId="{D97AA371-EABB-4EE0-87AC-EF46FDE57486}" destId="{47F4178D-9015-4E69-A4EE-574F49DEFA59}" srcOrd="1" destOrd="0" presId="urn:microsoft.com/office/officeart/2018/5/layout/IconCircleLabelList"/>
    <dgm:cxn modelId="{D1288724-E05E-45F1-9823-6F7BED4A0B9F}" type="presParOf" srcId="{D97AA371-EABB-4EE0-87AC-EF46FDE57486}" destId="{950796F6-F033-47AC-9858-B8A7211CEAFC}" srcOrd="2" destOrd="0" presId="urn:microsoft.com/office/officeart/2018/5/layout/IconCircleLabelList"/>
    <dgm:cxn modelId="{CB018155-75E0-45B2-966B-6E0EDE2CE623}" type="presParOf" srcId="{D97AA371-EABB-4EE0-87AC-EF46FDE57486}" destId="{9EB08DC6-FCF5-4934-994D-011930EBA9C1}" srcOrd="3" destOrd="0" presId="urn:microsoft.com/office/officeart/2018/5/layout/IconCircleLabelList"/>
    <dgm:cxn modelId="{F678A83B-78C1-44EB-9C5C-5A4BB8BB6DE0}" type="presParOf" srcId="{8E3900F9-3405-4AA1-9425-B6702F3419B4}" destId="{2C991E7B-A049-4955-831B-95A9B484A7DA}" srcOrd="3" destOrd="0" presId="urn:microsoft.com/office/officeart/2018/5/layout/IconCircleLabelList"/>
    <dgm:cxn modelId="{7AAD9B21-5AC1-4168-93FB-B3BB2E3BE835}" type="presParOf" srcId="{8E3900F9-3405-4AA1-9425-B6702F3419B4}" destId="{803CF714-53FD-4E49-9AB4-B10395344940}" srcOrd="4" destOrd="0" presId="urn:microsoft.com/office/officeart/2018/5/layout/IconCircleLabelList"/>
    <dgm:cxn modelId="{C50CE208-A989-4A0C-859C-61DED0A0A202}" type="presParOf" srcId="{803CF714-53FD-4E49-9AB4-B10395344940}" destId="{118E602E-1900-4126-924E-6D134EC6531B}" srcOrd="0" destOrd="0" presId="urn:microsoft.com/office/officeart/2018/5/layout/IconCircleLabelList"/>
    <dgm:cxn modelId="{1C234D79-D3EE-4866-91E1-7013B4C56153}" type="presParOf" srcId="{803CF714-53FD-4E49-9AB4-B10395344940}" destId="{7667187B-8FD7-4EEC-9402-F1559FAD05F3}" srcOrd="1" destOrd="0" presId="urn:microsoft.com/office/officeart/2018/5/layout/IconCircleLabelList"/>
    <dgm:cxn modelId="{DA131965-02DD-4E79-96FD-7FA4444584BF}" type="presParOf" srcId="{803CF714-53FD-4E49-9AB4-B10395344940}" destId="{F1E8BD4C-4EB1-4096-9B71-7B6AF18173E4}" srcOrd="2" destOrd="0" presId="urn:microsoft.com/office/officeart/2018/5/layout/IconCircleLabelList"/>
    <dgm:cxn modelId="{92589435-9B88-4CFD-A06C-F2D0438674ED}" type="presParOf" srcId="{803CF714-53FD-4E49-9AB4-B10395344940}" destId="{FD3584EC-C1B6-417B-A520-36149CB20AB7}" srcOrd="3" destOrd="0" presId="urn:microsoft.com/office/officeart/2018/5/layout/IconCircleLabelList"/>
    <dgm:cxn modelId="{CCCECB20-9522-4156-854D-EC9BCE87FD80}" type="presParOf" srcId="{8E3900F9-3405-4AA1-9425-B6702F3419B4}" destId="{64ECE7F9-ED96-4EEF-949F-8100C1D4144A}" srcOrd="5" destOrd="0" presId="urn:microsoft.com/office/officeart/2018/5/layout/IconCircleLabelList"/>
    <dgm:cxn modelId="{863D161F-6B53-4663-846D-2700FAD54E43}" type="presParOf" srcId="{8E3900F9-3405-4AA1-9425-B6702F3419B4}" destId="{38F888BB-1A9C-4CE0-BB94-D5AB0A2DD214}" srcOrd="6" destOrd="0" presId="urn:microsoft.com/office/officeart/2018/5/layout/IconCircleLabelList"/>
    <dgm:cxn modelId="{79FED488-D3AD-4EF2-8599-004940C3597B}" type="presParOf" srcId="{38F888BB-1A9C-4CE0-BB94-D5AB0A2DD214}" destId="{6BDC83E6-BAE8-4C2A-8BCD-B100EE4B91C7}" srcOrd="0" destOrd="0" presId="urn:microsoft.com/office/officeart/2018/5/layout/IconCircleLabelList"/>
    <dgm:cxn modelId="{83CCDAF9-F229-4008-9FA3-7EC7EC00FE32}" type="presParOf" srcId="{38F888BB-1A9C-4CE0-BB94-D5AB0A2DD214}" destId="{30FB9900-D09D-4AB5-97DD-12968466FF45}" srcOrd="1" destOrd="0" presId="urn:microsoft.com/office/officeart/2018/5/layout/IconCircleLabelList"/>
    <dgm:cxn modelId="{DADCD54A-C7C5-4FC0-87D5-58BF9298FF01}" type="presParOf" srcId="{38F888BB-1A9C-4CE0-BB94-D5AB0A2DD214}" destId="{33CE2ACA-32B7-4533-8DDD-A50B887B5D5E}" srcOrd="2" destOrd="0" presId="urn:microsoft.com/office/officeart/2018/5/layout/IconCircleLabelList"/>
    <dgm:cxn modelId="{FF37AB24-53E9-4FB1-BFC0-C90164F26881}" type="presParOf" srcId="{38F888BB-1A9C-4CE0-BB94-D5AB0A2DD214}" destId="{5395897D-FDE1-41B2-8166-86B78F3A4BA5}" srcOrd="3" destOrd="0" presId="urn:microsoft.com/office/officeart/2018/5/layout/IconCircleLabelList"/>
    <dgm:cxn modelId="{899A741F-3254-4C72-86C3-B0DE520AC28B}" type="presParOf" srcId="{8E3900F9-3405-4AA1-9425-B6702F3419B4}" destId="{8642F1C6-DC7B-4FD4-A883-3711BCBE36E3}" srcOrd="7" destOrd="0" presId="urn:microsoft.com/office/officeart/2018/5/layout/IconCircleLabelList"/>
    <dgm:cxn modelId="{5E6A7BD1-6F6F-4748-B667-86776B7906FA}" type="presParOf" srcId="{8E3900F9-3405-4AA1-9425-B6702F3419B4}" destId="{CE5467AA-C990-4E84-A8C4-0596F6773809}" srcOrd="8" destOrd="0" presId="urn:microsoft.com/office/officeart/2018/5/layout/IconCircleLabelList"/>
    <dgm:cxn modelId="{296F79B2-C689-4A98-80F8-8B5A3CC16ACA}" type="presParOf" srcId="{CE5467AA-C990-4E84-A8C4-0596F6773809}" destId="{C6709BBF-58A8-416F-8F9C-7FA96D148FC0}" srcOrd="0" destOrd="0" presId="urn:microsoft.com/office/officeart/2018/5/layout/IconCircleLabelList"/>
    <dgm:cxn modelId="{B517C7A4-7E51-4BA1-A141-F1585CD6B30D}" type="presParOf" srcId="{CE5467AA-C990-4E84-A8C4-0596F6773809}" destId="{B019D749-CBFD-4C66-9643-9D61EE3F2BB1}" srcOrd="1" destOrd="0" presId="urn:microsoft.com/office/officeart/2018/5/layout/IconCircleLabelList"/>
    <dgm:cxn modelId="{88F65086-1447-4BC2-BFE9-9FA9A24C14F2}" type="presParOf" srcId="{CE5467AA-C990-4E84-A8C4-0596F6773809}" destId="{C7DCEAA3-24D1-4B92-98C5-20DB76BA59BC}" srcOrd="2" destOrd="0" presId="urn:microsoft.com/office/officeart/2018/5/layout/IconCircleLabelList"/>
    <dgm:cxn modelId="{551600CE-A669-413B-A22B-2D13B5367206}" type="presParOf" srcId="{CE5467AA-C990-4E84-A8C4-0596F6773809}" destId="{FD57D97B-7630-456D-AE8C-5C0EF7C62FE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6DF14BA-70E1-485E-B820-D18C359FA6A0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71D57A2-9FDD-42CF-9AF9-5542BA0B445E}">
      <dgm:prSet/>
      <dgm:spPr/>
      <dgm:t>
        <a:bodyPr/>
        <a:lstStyle/>
        <a:p>
          <a:r>
            <a:rPr lang="en-US"/>
            <a:t>Support for more programming languages</a:t>
          </a:r>
        </a:p>
      </dgm:t>
    </dgm:pt>
    <dgm:pt modelId="{DC82F9B3-12D1-4647-8FC8-CB71696C4656}" type="parTrans" cxnId="{0F3F69FA-2CF5-46C0-9FEC-095BE691F9E1}">
      <dgm:prSet/>
      <dgm:spPr/>
      <dgm:t>
        <a:bodyPr/>
        <a:lstStyle/>
        <a:p>
          <a:endParaRPr lang="en-US"/>
        </a:p>
      </dgm:t>
    </dgm:pt>
    <dgm:pt modelId="{9BA18B4C-93C4-4875-8953-233532E133EC}" type="sibTrans" cxnId="{0F3F69FA-2CF5-46C0-9FEC-095BE691F9E1}">
      <dgm:prSet/>
      <dgm:spPr/>
      <dgm:t>
        <a:bodyPr/>
        <a:lstStyle/>
        <a:p>
          <a:endParaRPr lang="en-US"/>
        </a:p>
      </dgm:t>
    </dgm:pt>
    <dgm:pt modelId="{706BB94E-4ED7-4A2B-814E-1BB2734C8B6F}">
      <dgm:prSet/>
      <dgm:spPr/>
      <dgm:t>
        <a:bodyPr/>
        <a:lstStyle/>
        <a:p>
          <a:r>
            <a:rPr lang="en-US"/>
            <a:t>Integration with GitHub pull requests</a:t>
          </a:r>
        </a:p>
      </dgm:t>
    </dgm:pt>
    <dgm:pt modelId="{B81FA502-E57C-44CC-9AA4-84C0FAFB9F72}" type="parTrans" cxnId="{4561B618-D64D-4206-BC1E-B203D6D04F6E}">
      <dgm:prSet/>
      <dgm:spPr/>
      <dgm:t>
        <a:bodyPr/>
        <a:lstStyle/>
        <a:p>
          <a:endParaRPr lang="en-US"/>
        </a:p>
      </dgm:t>
    </dgm:pt>
    <dgm:pt modelId="{234CD633-3E31-4685-B049-0482F1761202}" type="sibTrans" cxnId="{4561B618-D64D-4206-BC1E-B203D6D04F6E}">
      <dgm:prSet/>
      <dgm:spPr/>
      <dgm:t>
        <a:bodyPr/>
        <a:lstStyle/>
        <a:p>
          <a:endParaRPr lang="en-US"/>
        </a:p>
      </dgm:t>
    </dgm:pt>
    <dgm:pt modelId="{D6502B40-1920-4E96-B62E-6F2EC7A840C8}">
      <dgm:prSet/>
      <dgm:spPr/>
      <dgm:t>
        <a:bodyPr/>
        <a:lstStyle/>
        <a:p>
          <a:r>
            <a:rPr lang="en-US"/>
            <a:t>Real-time CI/CD automation</a:t>
          </a:r>
        </a:p>
      </dgm:t>
    </dgm:pt>
    <dgm:pt modelId="{3EC08C29-E633-42A2-BB3C-D11DBBF81A8D}" type="parTrans" cxnId="{DB6AC16C-4789-4453-8C64-42C40DF25F66}">
      <dgm:prSet/>
      <dgm:spPr/>
      <dgm:t>
        <a:bodyPr/>
        <a:lstStyle/>
        <a:p>
          <a:endParaRPr lang="en-US"/>
        </a:p>
      </dgm:t>
    </dgm:pt>
    <dgm:pt modelId="{E340DFC8-0C51-465A-B71F-A76ECE36736B}" type="sibTrans" cxnId="{DB6AC16C-4789-4453-8C64-42C40DF25F66}">
      <dgm:prSet/>
      <dgm:spPr/>
      <dgm:t>
        <a:bodyPr/>
        <a:lstStyle/>
        <a:p>
          <a:endParaRPr lang="en-US"/>
        </a:p>
      </dgm:t>
    </dgm:pt>
    <dgm:pt modelId="{83CBD414-2A28-4BE8-B141-9362D487D96D}">
      <dgm:prSet/>
      <dgm:spPr/>
      <dgm:t>
        <a:bodyPr/>
        <a:lstStyle/>
        <a:p>
          <a:r>
            <a:rPr lang="en-US"/>
            <a:t>Advanced vulnerability detection</a:t>
          </a:r>
        </a:p>
      </dgm:t>
    </dgm:pt>
    <dgm:pt modelId="{9A76458F-1328-4177-BBF6-92304ECFDDCF}" type="parTrans" cxnId="{BDBF1962-C85A-4F13-B098-E6FCAA6124C7}">
      <dgm:prSet/>
      <dgm:spPr/>
      <dgm:t>
        <a:bodyPr/>
        <a:lstStyle/>
        <a:p>
          <a:endParaRPr lang="en-US"/>
        </a:p>
      </dgm:t>
    </dgm:pt>
    <dgm:pt modelId="{0C6DF4A8-4FEF-483A-8C2B-104D6FE6C9CA}" type="sibTrans" cxnId="{BDBF1962-C85A-4F13-B098-E6FCAA6124C7}">
      <dgm:prSet/>
      <dgm:spPr/>
      <dgm:t>
        <a:bodyPr/>
        <a:lstStyle/>
        <a:p>
          <a:endParaRPr lang="en-US"/>
        </a:p>
      </dgm:t>
    </dgm:pt>
    <dgm:pt modelId="{B7AE4C1F-D30A-4D69-A606-F3BAB5448A5A}">
      <dgm:prSet/>
      <dgm:spPr/>
      <dgm:t>
        <a:bodyPr/>
        <a:lstStyle/>
        <a:p>
          <a:r>
            <a:rPr lang="en-US"/>
            <a:t>Cloud deployment</a:t>
          </a:r>
        </a:p>
      </dgm:t>
    </dgm:pt>
    <dgm:pt modelId="{71F13180-00E7-4981-B8A8-5B6C14E602D1}" type="parTrans" cxnId="{5A05D8BF-0A0B-4486-999F-FDC6107324E9}">
      <dgm:prSet/>
      <dgm:spPr/>
      <dgm:t>
        <a:bodyPr/>
        <a:lstStyle/>
        <a:p>
          <a:endParaRPr lang="en-US"/>
        </a:p>
      </dgm:t>
    </dgm:pt>
    <dgm:pt modelId="{0C4DC817-7A28-4FFA-AA63-ED84900A359E}" type="sibTrans" cxnId="{5A05D8BF-0A0B-4486-999F-FDC6107324E9}">
      <dgm:prSet/>
      <dgm:spPr/>
      <dgm:t>
        <a:bodyPr/>
        <a:lstStyle/>
        <a:p>
          <a:endParaRPr lang="en-US"/>
        </a:p>
      </dgm:t>
    </dgm:pt>
    <dgm:pt modelId="{C6B47A0D-2FCC-4B66-97B3-35141C21C6E1}" type="pres">
      <dgm:prSet presAssocID="{36DF14BA-70E1-485E-B820-D18C359FA6A0}" presName="linear" presStyleCnt="0">
        <dgm:presLayoutVars>
          <dgm:dir/>
          <dgm:animLvl val="lvl"/>
          <dgm:resizeHandles val="exact"/>
        </dgm:presLayoutVars>
      </dgm:prSet>
      <dgm:spPr/>
    </dgm:pt>
    <dgm:pt modelId="{FC23EA77-BF6A-4C4A-9C76-91AC2DF1868A}" type="pres">
      <dgm:prSet presAssocID="{B71D57A2-9FDD-42CF-9AF9-5542BA0B445E}" presName="parentLin" presStyleCnt="0"/>
      <dgm:spPr/>
    </dgm:pt>
    <dgm:pt modelId="{5A4A2E79-FCCB-4519-92EB-FDC0606A0F2E}" type="pres">
      <dgm:prSet presAssocID="{B71D57A2-9FDD-42CF-9AF9-5542BA0B445E}" presName="parentLeftMargin" presStyleLbl="node1" presStyleIdx="0" presStyleCnt="5"/>
      <dgm:spPr/>
    </dgm:pt>
    <dgm:pt modelId="{0986D56F-0268-4061-A3AE-E6D75907E001}" type="pres">
      <dgm:prSet presAssocID="{B71D57A2-9FDD-42CF-9AF9-5542BA0B445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0A0FB1E-38F0-4C8B-AE03-EF465DBBE966}" type="pres">
      <dgm:prSet presAssocID="{B71D57A2-9FDD-42CF-9AF9-5542BA0B445E}" presName="negativeSpace" presStyleCnt="0"/>
      <dgm:spPr/>
    </dgm:pt>
    <dgm:pt modelId="{4DA62A5A-8848-47BD-8C0F-C284D3AE07A5}" type="pres">
      <dgm:prSet presAssocID="{B71D57A2-9FDD-42CF-9AF9-5542BA0B445E}" presName="childText" presStyleLbl="conFgAcc1" presStyleIdx="0" presStyleCnt="5">
        <dgm:presLayoutVars>
          <dgm:bulletEnabled val="1"/>
        </dgm:presLayoutVars>
      </dgm:prSet>
      <dgm:spPr/>
    </dgm:pt>
    <dgm:pt modelId="{53110735-98B1-4DB4-94BF-ED320C05C632}" type="pres">
      <dgm:prSet presAssocID="{9BA18B4C-93C4-4875-8953-233532E133EC}" presName="spaceBetweenRectangles" presStyleCnt="0"/>
      <dgm:spPr/>
    </dgm:pt>
    <dgm:pt modelId="{452F7E78-BF38-4401-BCB5-341FA3093F46}" type="pres">
      <dgm:prSet presAssocID="{706BB94E-4ED7-4A2B-814E-1BB2734C8B6F}" presName="parentLin" presStyleCnt="0"/>
      <dgm:spPr/>
    </dgm:pt>
    <dgm:pt modelId="{FCDF9753-69A1-4ACC-B91B-42FC98FCBB91}" type="pres">
      <dgm:prSet presAssocID="{706BB94E-4ED7-4A2B-814E-1BB2734C8B6F}" presName="parentLeftMargin" presStyleLbl="node1" presStyleIdx="0" presStyleCnt="5"/>
      <dgm:spPr/>
    </dgm:pt>
    <dgm:pt modelId="{7073E748-63FF-45E8-9E39-0867265829F0}" type="pres">
      <dgm:prSet presAssocID="{706BB94E-4ED7-4A2B-814E-1BB2734C8B6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FD41B83-445B-4692-BA26-B0D1E647D44F}" type="pres">
      <dgm:prSet presAssocID="{706BB94E-4ED7-4A2B-814E-1BB2734C8B6F}" presName="negativeSpace" presStyleCnt="0"/>
      <dgm:spPr/>
    </dgm:pt>
    <dgm:pt modelId="{811211C7-B7A0-42E5-A0C6-6D6D378836A3}" type="pres">
      <dgm:prSet presAssocID="{706BB94E-4ED7-4A2B-814E-1BB2734C8B6F}" presName="childText" presStyleLbl="conFgAcc1" presStyleIdx="1" presStyleCnt="5">
        <dgm:presLayoutVars>
          <dgm:bulletEnabled val="1"/>
        </dgm:presLayoutVars>
      </dgm:prSet>
      <dgm:spPr/>
    </dgm:pt>
    <dgm:pt modelId="{E8012DDE-A2A5-444C-9ADE-57E269918E52}" type="pres">
      <dgm:prSet presAssocID="{234CD633-3E31-4685-B049-0482F1761202}" presName="spaceBetweenRectangles" presStyleCnt="0"/>
      <dgm:spPr/>
    </dgm:pt>
    <dgm:pt modelId="{4EA110D9-D386-4A31-AE15-19523A43EDC8}" type="pres">
      <dgm:prSet presAssocID="{D6502B40-1920-4E96-B62E-6F2EC7A840C8}" presName="parentLin" presStyleCnt="0"/>
      <dgm:spPr/>
    </dgm:pt>
    <dgm:pt modelId="{00D45E69-19C7-4914-91E1-9D018079DD14}" type="pres">
      <dgm:prSet presAssocID="{D6502B40-1920-4E96-B62E-6F2EC7A840C8}" presName="parentLeftMargin" presStyleLbl="node1" presStyleIdx="1" presStyleCnt="5"/>
      <dgm:spPr/>
    </dgm:pt>
    <dgm:pt modelId="{012BE971-0E43-43C4-AEF2-03EC46D9F54F}" type="pres">
      <dgm:prSet presAssocID="{D6502B40-1920-4E96-B62E-6F2EC7A840C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AE11624-CD15-4492-AF7C-66D143F7F398}" type="pres">
      <dgm:prSet presAssocID="{D6502B40-1920-4E96-B62E-6F2EC7A840C8}" presName="negativeSpace" presStyleCnt="0"/>
      <dgm:spPr/>
    </dgm:pt>
    <dgm:pt modelId="{A726D8F4-183A-42DE-AFB9-E74DB80A2AC1}" type="pres">
      <dgm:prSet presAssocID="{D6502B40-1920-4E96-B62E-6F2EC7A840C8}" presName="childText" presStyleLbl="conFgAcc1" presStyleIdx="2" presStyleCnt="5">
        <dgm:presLayoutVars>
          <dgm:bulletEnabled val="1"/>
        </dgm:presLayoutVars>
      </dgm:prSet>
      <dgm:spPr/>
    </dgm:pt>
    <dgm:pt modelId="{9F172133-CA81-44C0-B5F6-371042B4C064}" type="pres">
      <dgm:prSet presAssocID="{E340DFC8-0C51-465A-B71F-A76ECE36736B}" presName="spaceBetweenRectangles" presStyleCnt="0"/>
      <dgm:spPr/>
    </dgm:pt>
    <dgm:pt modelId="{79E4DF6B-491B-4E3F-9D7B-DBB1CCEB412C}" type="pres">
      <dgm:prSet presAssocID="{83CBD414-2A28-4BE8-B141-9362D487D96D}" presName="parentLin" presStyleCnt="0"/>
      <dgm:spPr/>
    </dgm:pt>
    <dgm:pt modelId="{DB38593E-AAA8-490F-BF33-89DA1B2501D6}" type="pres">
      <dgm:prSet presAssocID="{83CBD414-2A28-4BE8-B141-9362D487D96D}" presName="parentLeftMargin" presStyleLbl="node1" presStyleIdx="2" presStyleCnt="5"/>
      <dgm:spPr/>
    </dgm:pt>
    <dgm:pt modelId="{07DB8FCE-9D34-4959-9D8B-DEFD9E154C1F}" type="pres">
      <dgm:prSet presAssocID="{83CBD414-2A28-4BE8-B141-9362D487D96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E2086EC-B7F4-482C-865F-37A5F413CB5A}" type="pres">
      <dgm:prSet presAssocID="{83CBD414-2A28-4BE8-B141-9362D487D96D}" presName="negativeSpace" presStyleCnt="0"/>
      <dgm:spPr/>
    </dgm:pt>
    <dgm:pt modelId="{C858088E-180F-427F-A643-35F0DE04CDFE}" type="pres">
      <dgm:prSet presAssocID="{83CBD414-2A28-4BE8-B141-9362D487D96D}" presName="childText" presStyleLbl="conFgAcc1" presStyleIdx="3" presStyleCnt="5">
        <dgm:presLayoutVars>
          <dgm:bulletEnabled val="1"/>
        </dgm:presLayoutVars>
      </dgm:prSet>
      <dgm:spPr/>
    </dgm:pt>
    <dgm:pt modelId="{838089EC-6CF1-4A54-91C5-8CB91B3FA62F}" type="pres">
      <dgm:prSet presAssocID="{0C6DF4A8-4FEF-483A-8C2B-104D6FE6C9CA}" presName="spaceBetweenRectangles" presStyleCnt="0"/>
      <dgm:spPr/>
    </dgm:pt>
    <dgm:pt modelId="{54C4849B-EC85-4D2F-B69F-ED06C7914E91}" type="pres">
      <dgm:prSet presAssocID="{B7AE4C1F-D30A-4D69-A606-F3BAB5448A5A}" presName="parentLin" presStyleCnt="0"/>
      <dgm:spPr/>
    </dgm:pt>
    <dgm:pt modelId="{FFE0B290-FEED-4DD3-8282-1A4254CEBDBD}" type="pres">
      <dgm:prSet presAssocID="{B7AE4C1F-D30A-4D69-A606-F3BAB5448A5A}" presName="parentLeftMargin" presStyleLbl="node1" presStyleIdx="3" presStyleCnt="5"/>
      <dgm:spPr/>
    </dgm:pt>
    <dgm:pt modelId="{EF83EC55-9356-4CFD-AA1E-F40DBD2D5F1C}" type="pres">
      <dgm:prSet presAssocID="{B7AE4C1F-D30A-4D69-A606-F3BAB5448A5A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2E0D1E3-6267-403E-8C84-DB16CE973C2C}" type="pres">
      <dgm:prSet presAssocID="{B7AE4C1F-D30A-4D69-A606-F3BAB5448A5A}" presName="negativeSpace" presStyleCnt="0"/>
      <dgm:spPr/>
    </dgm:pt>
    <dgm:pt modelId="{755C9E90-4654-454A-BC0A-6B91DF1C0E03}" type="pres">
      <dgm:prSet presAssocID="{B7AE4C1F-D30A-4D69-A606-F3BAB5448A5A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561B618-D64D-4206-BC1E-B203D6D04F6E}" srcId="{36DF14BA-70E1-485E-B820-D18C359FA6A0}" destId="{706BB94E-4ED7-4A2B-814E-1BB2734C8B6F}" srcOrd="1" destOrd="0" parTransId="{B81FA502-E57C-44CC-9AA4-84C0FAFB9F72}" sibTransId="{234CD633-3E31-4685-B049-0482F1761202}"/>
    <dgm:cxn modelId="{8E1AE035-2200-43B6-B38E-4C7BED38474D}" type="presOf" srcId="{B71D57A2-9FDD-42CF-9AF9-5542BA0B445E}" destId="{5A4A2E79-FCCB-4519-92EB-FDC0606A0F2E}" srcOrd="0" destOrd="0" presId="urn:microsoft.com/office/officeart/2005/8/layout/list1"/>
    <dgm:cxn modelId="{BDBF1962-C85A-4F13-B098-E6FCAA6124C7}" srcId="{36DF14BA-70E1-485E-B820-D18C359FA6A0}" destId="{83CBD414-2A28-4BE8-B141-9362D487D96D}" srcOrd="3" destOrd="0" parTransId="{9A76458F-1328-4177-BBF6-92304ECFDDCF}" sibTransId="{0C6DF4A8-4FEF-483A-8C2B-104D6FE6C9CA}"/>
    <dgm:cxn modelId="{DB6AC16C-4789-4453-8C64-42C40DF25F66}" srcId="{36DF14BA-70E1-485E-B820-D18C359FA6A0}" destId="{D6502B40-1920-4E96-B62E-6F2EC7A840C8}" srcOrd="2" destOrd="0" parTransId="{3EC08C29-E633-42A2-BB3C-D11DBBF81A8D}" sibTransId="{E340DFC8-0C51-465A-B71F-A76ECE36736B}"/>
    <dgm:cxn modelId="{CD45F554-5FB1-4E28-9C08-863209C51953}" type="presOf" srcId="{D6502B40-1920-4E96-B62E-6F2EC7A840C8}" destId="{00D45E69-19C7-4914-91E1-9D018079DD14}" srcOrd="0" destOrd="0" presId="urn:microsoft.com/office/officeart/2005/8/layout/list1"/>
    <dgm:cxn modelId="{1615AE56-67FA-41A2-BCCB-7033401063BC}" type="presOf" srcId="{B71D57A2-9FDD-42CF-9AF9-5542BA0B445E}" destId="{0986D56F-0268-4061-A3AE-E6D75907E001}" srcOrd="1" destOrd="0" presId="urn:microsoft.com/office/officeart/2005/8/layout/list1"/>
    <dgm:cxn modelId="{84182C84-747F-489E-8EB2-A9AEE13EF652}" type="presOf" srcId="{B7AE4C1F-D30A-4D69-A606-F3BAB5448A5A}" destId="{FFE0B290-FEED-4DD3-8282-1A4254CEBDBD}" srcOrd="0" destOrd="0" presId="urn:microsoft.com/office/officeart/2005/8/layout/list1"/>
    <dgm:cxn modelId="{9712148C-443C-4ACC-A44F-D0BB5545DFE0}" type="presOf" srcId="{706BB94E-4ED7-4A2B-814E-1BB2734C8B6F}" destId="{7073E748-63FF-45E8-9E39-0867265829F0}" srcOrd="1" destOrd="0" presId="urn:microsoft.com/office/officeart/2005/8/layout/list1"/>
    <dgm:cxn modelId="{6E95938C-9F5D-4307-8753-85A6D76948BA}" type="presOf" srcId="{36DF14BA-70E1-485E-B820-D18C359FA6A0}" destId="{C6B47A0D-2FCC-4B66-97B3-35141C21C6E1}" srcOrd="0" destOrd="0" presId="urn:microsoft.com/office/officeart/2005/8/layout/list1"/>
    <dgm:cxn modelId="{FA1B1F98-6573-4DD0-BA16-FCD1BE3C9BC5}" type="presOf" srcId="{83CBD414-2A28-4BE8-B141-9362D487D96D}" destId="{07DB8FCE-9D34-4959-9D8B-DEFD9E154C1F}" srcOrd="1" destOrd="0" presId="urn:microsoft.com/office/officeart/2005/8/layout/list1"/>
    <dgm:cxn modelId="{836BE59E-3E62-4917-9660-7709DA0DDB24}" type="presOf" srcId="{D6502B40-1920-4E96-B62E-6F2EC7A840C8}" destId="{012BE971-0E43-43C4-AEF2-03EC46D9F54F}" srcOrd="1" destOrd="0" presId="urn:microsoft.com/office/officeart/2005/8/layout/list1"/>
    <dgm:cxn modelId="{5A05D8BF-0A0B-4486-999F-FDC6107324E9}" srcId="{36DF14BA-70E1-485E-B820-D18C359FA6A0}" destId="{B7AE4C1F-D30A-4D69-A606-F3BAB5448A5A}" srcOrd="4" destOrd="0" parTransId="{71F13180-00E7-4981-B8A8-5B6C14E602D1}" sibTransId="{0C4DC817-7A28-4FFA-AA63-ED84900A359E}"/>
    <dgm:cxn modelId="{FA42C3C9-04A8-49D8-A229-6075FAF44685}" type="presOf" srcId="{706BB94E-4ED7-4A2B-814E-1BB2734C8B6F}" destId="{FCDF9753-69A1-4ACC-B91B-42FC98FCBB91}" srcOrd="0" destOrd="0" presId="urn:microsoft.com/office/officeart/2005/8/layout/list1"/>
    <dgm:cxn modelId="{5D835EDA-37AC-4FBF-ACA7-CEEFE4AF6C63}" type="presOf" srcId="{B7AE4C1F-D30A-4D69-A606-F3BAB5448A5A}" destId="{EF83EC55-9356-4CFD-AA1E-F40DBD2D5F1C}" srcOrd="1" destOrd="0" presId="urn:microsoft.com/office/officeart/2005/8/layout/list1"/>
    <dgm:cxn modelId="{0F3F69FA-2CF5-46C0-9FEC-095BE691F9E1}" srcId="{36DF14BA-70E1-485E-B820-D18C359FA6A0}" destId="{B71D57A2-9FDD-42CF-9AF9-5542BA0B445E}" srcOrd="0" destOrd="0" parTransId="{DC82F9B3-12D1-4647-8FC8-CB71696C4656}" sibTransId="{9BA18B4C-93C4-4875-8953-233532E133EC}"/>
    <dgm:cxn modelId="{F1D009FC-136F-4E24-8E96-E4D8B5D78BD8}" type="presOf" srcId="{83CBD414-2A28-4BE8-B141-9362D487D96D}" destId="{DB38593E-AAA8-490F-BF33-89DA1B2501D6}" srcOrd="0" destOrd="0" presId="urn:microsoft.com/office/officeart/2005/8/layout/list1"/>
    <dgm:cxn modelId="{8E9F2B8C-6139-424B-985E-3FB1D2E10896}" type="presParOf" srcId="{C6B47A0D-2FCC-4B66-97B3-35141C21C6E1}" destId="{FC23EA77-BF6A-4C4A-9C76-91AC2DF1868A}" srcOrd="0" destOrd="0" presId="urn:microsoft.com/office/officeart/2005/8/layout/list1"/>
    <dgm:cxn modelId="{86491B57-56D3-4AE1-AAF3-5BADCB3B6C26}" type="presParOf" srcId="{FC23EA77-BF6A-4C4A-9C76-91AC2DF1868A}" destId="{5A4A2E79-FCCB-4519-92EB-FDC0606A0F2E}" srcOrd="0" destOrd="0" presId="urn:microsoft.com/office/officeart/2005/8/layout/list1"/>
    <dgm:cxn modelId="{6F1B140A-ADBF-424A-B099-E45E77A6C5EC}" type="presParOf" srcId="{FC23EA77-BF6A-4C4A-9C76-91AC2DF1868A}" destId="{0986D56F-0268-4061-A3AE-E6D75907E001}" srcOrd="1" destOrd="0" presId="urn:microsoft.com/office/officeart/2005/8/layout/list1"/>
    <dgm:cxn modelId="{665B9B85-87C3-4FA8-99AC-1447DFC971ED}" type="presParOf" srcId="{C6B47A0D-2FCC-4B66-97B3-35141C21C6E1}" destId="{B0A0FB1E-38F0-4C8B-AE03-EF465DBBE966}" srcOrd="1" destOrd="0" presId="urn:microsoft.com/office/officeart/2005/8/layout/list1"/>
    <dgm:cxn modelId="{CE71A17A-3A47-4DDD-900F-E2DC9D7B260D}" type="presParOf" srcId="{C6B47A0D-2FCC-4B66-97B3-35141C21C6E1}" destId="{4DA62A5A-8848-47BD-8C0F-C284D3AE07A5}" srcOrd="2" destOrd="0" presId="urn:microsoft.com/office/officeart/2005/8/layout/list1"/>
    <dgm:cxn modelId="{9E97482C-A2FF-43B1-BD2E-B1EADA4C0EDD}" type="presParOf" srcId="{C6B47A0D-2FCC-4B66-97B3-35141C21C6E1}" destId="{53110735-98B1-4DB4-94BF-ED320C05C632}" srcOrd="3" destOrd="0" presId="urn:microsoft.com/office/officeart/2005/8/layout/list1"/>
    <dgm:cxn modelId="{FC6302D2-D8C7-44DD-A79A-64D317F22487}" type="presParOf" srcId="{C6B47A0D-2FCC-4B66-97B3-35141C21C6E1}" destId="{452F7E78-BF38-4401-BCB5-341FA3093F46}" srcOrd="4" destOrd="0" presId="urn:microsoft.com/office/officeart/2005/8/layout/list1"/>
    <dgm:cxn modelId="{463B2894-F014-426C-B7A5-2836A19D1B37}" type="presParOf" srcId="{452F7E78-BF38-4401-BCB5-341FA3093F46}" destId="{FCDF9753-69A1-4ACC-B91B-42FC98FCBB91}" srcOrd="0" destOrd="0" presId="urn:microsoft.com/office/officeart/2005/8/layout/list1"/>
    <dgm:cxn modelId="{64AFDA27-3956-442A-B291-B6193B5CB910}" type="presParOf" srcId="{452F7E78-BF38-4401-BCB5-341FA3093F46}" destId="{7073E748-63FF-45E8-9E39-0867265829F0}" srcOrd="1" destOrd="0" presId="urn:microsoft.com/office/officeart/2005/8/layout/list1"/>
    <dgm:cxn modelId="{7648E747-0BBD-4EC5-BBD6-DC74BAACFAE1}" type="presParOf" srcId="{C6B47A0D-2FCC-4B66-97B3-35141C21C6E1}" destId="{1FD41B83-445B-4692-BA26-B0D1E647D44F}" srcOrd="5" destOrd="0" presId="urn:microsoft.com/office/officeart/2005/8/layout/list1"/>
    <dgm:cxn modelId="{5B2062D3-2DF5-444C-9531-7C71D74914B7}" type="presParOf" srcId="{C6B47A0D-2FCC-4B66-97B3-35141C21C6E1}" destId="{811211C7-B7A0-42E5-A0C6-6D6D378836A3}" srcOrd="6" destOrd="0" presId="urn:microsoft.com/office/officeart/2005/8/layout/list1"/>
    <dgm:cxn modelId="{648A9B76-3F83-4EB4-8023-E4027C40869F}" type="presParOf" srcId="{C6B47A0D-2FCC-4B66-97B3-35141C21C6E1}" destId="{E8012DDE-A2A5-444C-9ADE-57E269918E52}" srcOrd="7" destOrd="0" presId="urn:microsoft.com/office/officeart/2005/8/layout/list1"/>
    <dgm:cxn modelId="{325037FE-BC23-4AE0-8619-5E788D5C71A5}" type="presParOf" srcId="{C6B47A0D-2FCC-4B66-97B3-35141C21C6E1}" destId="{4EA110D9-D386-4A31-AE15-19523A43EDC8}" srcOrd="8" destOrd="0" presId="urn:microsoft.com/office/officeart/2005/8/layout/list1"/>
    <dgm:cxn modelId="{78DBB147-4222-462D-B1B8-9503C596B9AF}" type="presParOf" srcId="{4EA110D9-D386-4A31-AE15-19523A43EDC8}" destId="{00D45E69-19C7-4914-91E1-9D018079DD14}" srcOrd="0" destOrd="0" presId="urn:microsoft.com/office/officeart/2005/8/layout/list1"/>
    <dgm:cxn modelId="{C62C3362-8E05-48B2-ABD1-FAAA9F9F07F2}" type="presParOf" srcId="{4EA110D9-D386-4A31-AE15-19523A43EDC8}" destId="{012BE971-0E43-43C4-AEF2-03EC46D9F54F}" srcOrd="1" destOrd="0" presId="urn:microsoft.com/office/officeart/2005/8/layout/list1"/>
    <dgm:cxn modelId="{323C93C7-183B-4F77-A909-5061E9AB8B0C}" type="presParOf" srcId="{C6B47A0D-2FCC-4B66-97B3-35141C21C6E1}" destId="{3AE11624-CD15-4492-AF7C-66D143F7F398}" srcOrd="9" destOrd="0" presId="urn:microsoft.com/office/officeart/2005/8/layout/list1"/>
    <dgm:cxn modelId="{7E16F477-F71F-4EE5-9216-5DB9617C1B59}" type="presParOf" srcId="{C6B47A0D-2FCC-4B66-97B3-35141C21C6E1}" destId="{A726D8F4-183A-42DE-AFB9-E74DB80A2AC1}" srcOrd="10" destOrd="0" presId="urn:microsoft.com/office/officeart/2005/8/layout/list1"/>
    <dgm:cxn modelId="{655A61A3-15B7-4821-8754-4AE797F338CB}" type="presParOf" srcId="{C6B47A0D-2FCC-4B66-97B3-35141C21C6E1}" destId="{9F172133-CA81-44C0-B5F6-371042B4C064}" srcOrd="11" destOrd="0" presId="urn:microsoft.com/office/officeart/2005/8/layout/list1"/>
    <dgm:cxn modelId="{0979FAED-8591-4592-937C-462F43120B2B}" type="presParOf" srcId="{C6B47A0D-2FCC-4B66-97B3-35141C21C6E1}" destId="{79E4DF6B-491B-4E3F-9D7B-DBB1CCEB412C}" srcOrd="12" destOrd="0" presId="urn:microsoft.com/office/officeart/2005/8/layout/list1"/>
    <dgm:cxn modelId="{C6A7C43B-C279-456A-80C7-9D1067CB32AD}" type="presParOf" srcId="{79E4DF6B-491B-4E3F-9D7B-DBB1CCEB412C}" destId="{DB38593E-AAA8-490F-BF33-89DA1B2501D6}" srcOrd="0" destOrd="0" presId="urn:microsoft.com/office/officeart/2005/8/layout/list1"/>
    <dgm:cxn modelId="{A0EBECE1-439B-436B-A57B-DF56ED05B317}" type="presParOf" srcId="{79E4DF6B-491B-4E3F-9D7B-DBB1CCEB412C}" destId="{07DB8FCE-9D34-4959-9D8B-DEFD9E154C1F}" srcOrd="1" destOrd="0" presId="urn:microsoft.com/office/officeart/2005/8/layout/list1"/>
    <dgm:cxn modelId="{E69079D7-416B-4D7A-8484-F8617F6A5309}" type="presParOf" srcId="{C6B47A0D-2FCC-4B66-97B3-35141C21C6E1}" destId="{6E2086EC-B7F4-482C-865F-37A5F413CB5A}" srcOrd="13" destOrd="0" presId="urn:microsoft.com/office/officeart/2005/8/layout/list1"/>
    <dgm:cxn modelId="{6D4936F6-86F4-402B-BCF2-C55B50A82FA9}" type="presParOf" srcId="{C6B47A0D-2FCC-4B66-97B3-35141C21C6E1}" destId="{C858088E-180F-427F-A643-35F0DE04CDFE}" srcOrd="14" destOrd="0" presId="urn:microsoft.com/office/officeart/2005/8/layout/list1"/>
    <dgm:cxn modelId="{B06B6070-115E-4B0A-B4D5-0A7008931621}" type="presParOf" srcId="{C6B47A0D-2FCC-4B66-97B3-35141C21C6E1}" destId="{838089EC-6CF1-4A54-91C5-8CB91B3FA62F}" srcOrd="15" destOrd="0" presId="urn:microsoft.com/office/officeart/2005/8/layout/list1"/>
    <dgm:cxn modelId="{8BCB3D2F-9228-41CF-BDDB-56F5547B4023}" type="presParOf" srcId="{C6B47A0D-2FCC-4B66-97B3-35141C21C6E1}" destId="{54C4849B-EC85-4D2F-B69F-ED06C7914E91}" srcOrd="16" destOrd="0" presId="urn:microsoft.com/office/officeart/2005/8/layout/list1"/>
    <dgm:cxn modelId="{575B371C-6A55-42E0-97A5-3AC2349BACB5}" type="presParOf" srcId="{54C4849B-EC85-4D2F-B69F-ED06C7914E91}" destId="{FFE0B290-FEED-4DD3-8282-1A4254CEBDBD}" srcOrd="0" destOrd="0" presId="urn:microsoft.com/office/officeart/2005/8/layout/list1"/>
    <dgm:cxn modelId="{7CE10A2F-FF05-47BD-B74D-10C704ABAEA1}" type="presParOf" srcId="{54C4849B-EC85-4D2F-B69F-ED06C7914E91}" destId="{EF83EC55-9356-4CFD-AA1E-F40DBD2D5F1C}" srcOrd="1" destOrd="0" presId="urn:microsoft.com/office/officeart/2005/8/layout/list1"/>
    <dgm:cxn modelId="{A43A7FAC-F6EA-4CDA-BF83-113B981A423E}" type="presParOf" srcId="{C6B47A0D-2FCC-4B66-97B3-35141C21C6E1}" destId="{52E0D1E3-6267-403E-8C84-DB16CE973C2C}" srcOrd="17" destOrd="0" presId="urn:microsoft.com/office/officeart/2005/8/layout/list1"/>
    <dgm:cxn modelId="{8ABFE897-9C94-4DD2-B27E-6B1E4B46B7A6}" type="presParOf" srcId="{C6B47A0D-2FCC-4B66-97B3-35141C21C6E1}" destId="{755C9E90-4654-454A-BC0A-6B91DF1C0E0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E75C022-E6C4-4419-8ADF-D5F97BC7E87D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739325E-DE7E-4EEA-91A1-7FFA9BF8B7C3}">
      <dgm:prSet/>
      <dgm:spPr/>
      <dgm:t>
        <a:bodyPr/>
        <a:lstStyle/>
        <a:p>
          <a:r>
            <a:rPr lang="en-US"/>
            <a:t>Agentic Code Studio automates core software engineering tasks</a:t>
          </a:r>
        </a:p>
      </dgm:t>
    </dgm:pt>
    <dgm:pt modelId="{29D3E174-F721-4F0E-9B3D-5DF48F9B8B20}" type="parTrans" cxnId="{9D0B7198-239E-4595-B6D4-83720F4F9F61}">
      <dgm:prSet/>
      <dgm:spPr/>
      <dgm:t>
        <a:bodyPr/>
        <a:lstStyle/>
        <a:p>
          <a:endParaRPr lang="en-US"/>
        </a:p>
      </dgm:t>
    </dgm:pt>
    <dgm:pt modelId="{63DE4D0D-72B1-4282-BB93-92116D53AD05}" type="sibTrans" cxnId="{9D0B7198-239E-4595-B6D4-83720F4F9F61}">
      <dgm:prSet/>
      <dgm:spPr/>
      <dgm:t>
        <a:bodyPr/>
        <a:lstStyle/>
        <a:p>
          <a:endParaRPr lang="en-US"/>
        </a:p>
      </dgm:t>
    </dgm:pt>
    <dgm:pt modelId="{19B17EC0-54B5-4D7C-AF12-56FDC6FA89A1}">
      <dgm:prSet/>
      <dgm:spPr/>
      <dgm:t>
        <a:bodyPr/>
        <a:lstStyle/>
        <a:p>
          <a:r>
            <a:rPr lang="en-US"/>
            <a:t>Multi-agent collaboration improves reliability</a:t>
          </a:r>
        </a:p>
      </dgm:t>
    </dgm:pt>
    <dgm:pt modelId="{2FA296EE-592B-4297-AC04-B54DBF77A9AC}" type="parTrans" cxnId="{64587243-5BD9-41F2-9202-CE0F65FD04ED}">
      <dgm:prSet/>
      <dgm:spPr/>
      <dgm:t>
        <a:bodyPr/>
        <a:lstStyle/>
        <a:p>
          <a:endParaRPr lang="en-US"/>
        </a:p>
      </dgm:t>
    </dgm:pt>
    <dgm:pt modelId="{896DE577-8DD4-4ADF-9007-40A978E2958E}" type="sibTrans" cxnId="{64587243-5BD9-41F2-9202-CE0F65FD04ED}">
      <dgm:prSet/>
      <dgm:spPr/>
      <dgm:t>
        <a:bodyPr/>
        <a:lstStyle/>
        <a:p>
          <a:endParaRPr lang="en-US"/>
        </a:p>
      </dgm:t>
    </dgm:pt>
    <dgm:pt modelId="{9A095E59-06B2-46CB-A856-3313F6142233}">
      <dgm:prSet/>
      <dgm:spPr/>
      <dgm:t>
        <a:bodyPr/>
        <a:lstStyle/>
        <a:p>
          <a:r>
            <a:rPr lang="en-US"/>
            <a:t>Reduces human effort and improves productivity</a:t>
          </a:r>
        </a:p>
      </dgm:t>
    </dgm:pt>
    <dgm:pt modelId="{BC6E465E-9FC4-440B-8AE4-1CDEFAC2448B}" type="parTrans" cxnId="{D6450395-B241-4EB3-84A0-65ED994DE85F}">
      <dgm:prSet/>
      <dgm:spPr/>
      <dgm:t>
        <a:bodyPr/>
        <a:lstStyle/>
        <a:p>
          <a:endParaRPr lang="en-US"/>
        </a:p>
      </dgm:t>
    </dgm:pt>
    <dgm:pt modelId="{9A332051-28FD-4F64-843E-CC13E8D32606}" type="sibTrans" cxnId="{D6450395-B241-4EB3-84A0-65ED994DE85F}">
      <dgm:prSet/>
      <dgm:spPr/>
      <dgm:t>
        <a:bodyPr/>
        <a:lstStyle/>
        <a:p>
          <a:endParaRPr lang="en-US"/>
        </a:p>
      </dgm:t>
    </dgm:pt>
    <dgm:pt modelId="{493DA3B4-0489-412A-8F32-12B2183D375E}">
      <dgm:prSet/>
      <dgm:spPr/>
      <dgm:t>
        <a:bodyPr/>
        <a:lstStyle/>
        <a:p>
          <a:r>
            <a:rPr lang="en-US"/>
            <a:t>Represents the future of AI-assisted software development</a:t>
          </a:r>
        </a:p>
      </dgm:t>
    </dgm:pt>
    <dgm:pt modelId="{00724F96-E849-4836-B7FF-BF075344D6CA}" type="parTrans" cxnId="{61718982-CB93-429A-BA5E-987D5973E41B}">
      <dgm:prSet/>
      <dgm:spPr/>
      <dgm:t>
        <a:bodyPr/>
        <a:lstStyle/>
        <a:p>
          <a:endParaRPr lang="en-US"/>
        </a:p>
      </dgm:t>
    </dgm:pt>
    <dgm:pt modelId="{A859EF0B-6C65-445F-83C4-5F521F118670}" type="sibTrans" cxnId="{61718982-CB93-429A-BA5E-987D5973E41B}">
      <dgm:prSet/>
      <dgm:spPr/>
      <dgm:t>
        <a:bodyPr/>
        <a:lstStyle/>
        <a:p>
          <a:endParaRPr lang="en-US"/>
        </a:p>
      </dgm:t>
    </dgm:pt>
    <dgm:pt modelId="{83A9C8C8-5DA0-4420-9984-F2D69F9B0A11}" type="pres">
      <dgm:prSet presAssocID="{AE75C022-E6C4-4419-8ADF-D5F97BC7E87D}" presName="outerComposite" presStyleCnt="0">
        <dgm:presLayoutVars>
          <dgm:chMax val="5"/>
          <dgm:dir/>
          <dgm:resizeHandles val="exact"/>
        </dgm:presLayoutVars>
      </dgm:prSet>
      <dgm:spPr/>
    </dgm:pt>
    <dgm:pt modelId="{B1F1AC65-D04D-4892-90B8-D6C6DB836143}" type="pres">
      <dgm:prSet presAssocID="{AE75C022-E6C4-4419-8ADF-D5F97BC7E87D}" presName="dummyMaxCanvas" presStyleCnt="0">
        <dgm:presLayoutVars/>
      </dgm:prSet>
      <dgm:spPr/>
    </dgm:pt>
    <dgm:pt modelId="{F6731C2A-0534-4F7F-AA75-83F33A163523}" type="pres">
      <dgm:prSet presAssocID="{AE75C022-E6C4-4419-8ADF-D5F97BC7E87D}" presName="FourNodes_1" presStyleLbl="node1" presStyleIdx="0" presStyleCnt="4">
        <dgm:presLayoutVars>
          <dgm:bulletEnabled val="1"/>
        </dgm:presLayoutVars>
      </dgm:prSet>
      <dgm:spPr/>
    </dgm:pt>
    <dgm:pt modelId="{047AAC20-108E-40DB-8356-EE6B3FC9D096}" type="pres">
      <dgm:prSet presAssocID="{AE75C022-E6C4-4419-8ADF-D5F97BC7E87D}" presName="FourNodes_2" presStyleLbl="node1" presStyleIdx="1" presStyleCnt="4">
        <dgm:presLayoutVars>
          <dgm:bulletEnabled val="1"/>
        </dgm:presLayoutVars>
      </dgm:prSet>
      <dgm:spPr/>
    </dgm:pt>
    <dgm:pt modelId="{1664CD82-B5EA-41A7-83CF-13A9411BEC4A}" type="pres">
      <dgm:prSet presAssocID="{AE75C022-E6C4-4419-8ADF-D5F97BC7E87D}" presName="FourNodes_3" presStyleLbl="node1" presStyleIdx="2" presStyleCnt="4">
        <dgm:presLayoutVars>
          <dgm:bulletEnabled val="1"/>
        </dgm:presLayoutVars>
      </dgm:prSet>
      <dgm:spPr/>
    </dgm:pt>
    <dgm:pt modelId="{41E49168-87FE-4C35-A9E7-795B68FEC3B9}" type="pres">
      <dgm:prSet presAssocID="{AE75C022-E6C4-4419-8ADF-D5F97BC7E87D}" presName="FourNodes_4" presStyleLbl="node1" presStyleIdx="3" presStyleCnt="4">
        <dgm:presLayoutVars>
          <dgm:bulletEnabled val="1"/>
        </dgm:presLayoutVars>
      </dgm:prSet>
      <dgm:spPr/>
    </dgm:pt>
    <dgm:pt modelId="{AB501CDF-6D91-40B5-B3B7-6C176C291A87}" type="pres">
      <dgm:prSet presAssocID="{AE75C022-E6C4-4419-8ADF-D5F97BC7E87D}" presName="FourConn_1-2" presStyleLbl="fgAccFollowNode1" presStyleIdx="0" presStyleCnt="3">
        <dgm:presLayoutVars>
          <dgm:bulletEnabled val="1"/>
        </dgm:presLayoutVars>
      </dgm:prSet>
      <dgm:spPr/>
    </dgm:pt>
    <dgm:pt modelId="{2301C30C-22EC-41E2-9D92-40180527815C}" type="pres">
      <dgm:prSet presAssocID="{AE75C022-E6C4-4419-8ADF-D5F97BC7E87D}" presName="FourConn_2-3" presStyleLbl="fgAccFollowNode1" presStyleIdx="1" presStyleCnt="3">
        <dgm:presLayoutVars>
          <dgm:bulletEnabled val="1"/>
        </dgm:presLayoutVars>
      </dgm:prSet>
      <dgm:spPr/>
    </dgm:pt>
    <dgm:pt modelId="{E892CDD3-C05A-40A2-AAB0-699928F44258}" type="pres">
      <dgm:prSet presAssocID="{AE75C022-E6C4-4419-8ADF-D5F97BC7E87D}" presName="FourConn_3-4" presStyleLbl="fgAccFollowNode1" presStyleIdx="2" presStyleCnt="3">
        <dgm:presLayoutVars>
          <dgm:bulletEnabled val="1"/>
        </dgm:presLayoutVars>
      </dgm:prSet>
      <dgm:spPr/>
    </dgm:pt>
    <dgm:pt modelId="{E6A1F5F9-407E-4234-9FA5-D39BB1E284EA}" type="pres">
      <dgm:prSet presAssocID="{AE75C022-E6C4-4419-8ADF-D5F97BC7E87D}" presName="FourNodes_1_text" presStyleLbl="node1" presStyleIdx="3" presStyleCnt="4">
        <dgm:presLayoutVars>
          <dgm:bulletEnabled val="1"/>
        </dgm:presLayoutVars>
      </dgm:prSet>
      <dgm:spPr/>
    </dgm:pt>
    <dgm:pt modelId="{46B14018-7054-4266-9F89-03B4580BFAB4}" type="pres">
      <dgm:prSet presAssocID="{AE75C022-E6C4-4419-8ADF-D5F97BC7E87D}" presName="FourNodes_2_text" presStyleLbl="node1" presStyleIdx="3" presStyleCnt="4">
        <dgm:presLayoutVars>
          <dgm:bulletEnabled val="1"/>
        </dgm:presLayoutVars>
      </dgm:prSet>
      <dgm:spPr/>
    </dgm:pt>
    <dgm:pt modelId="{8ED1EAFF-4825-419C-A85D-B7A985F970C3}" type="pres">
      <dgm:prSet presAssocID="{AE75C022-E6C4-4419-8ADF-D5F97BC7E87D}" presName="FourNodes_3_text" presStyleLbl="node1" presStyleIdx="3" presStyleCnt="4">
        <dgm:presLayoutVars>
          <dgm:bulletEnabled val="1"/>
        </dgm:presLayoutVars>
      </dgm:prSet>
      <dgm:spPr/>
    </dgm:pt>
    <dgm:pt modelId="{F5EE1C74-8002-4477-B30B-106DF20E90CD}" type="pres">
      <dgm:prSet presAssocID="{AE75C022-E6C4-4419-8ADF-D5F97BC7E87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C8A3B10-D420-4331-9472-EDA6E4239D9D}" type="presOf" srcId="{19B17EC0-54B5-4D7C-AF12-56FDC6FA89A1}" destId="{46B14018-7054-4266-9F89-03B4580BFAB4}" srcOrd="1" destOrd="0" presId="urn:microsoft.com/office/officeart/2005/8/layout/vProcess5"/>
    <dgm:cxn modelId="{64587243-5BD9-41F2-9202-CE0F65FD04ED}" srcId="{AE75C022-E6C4-4419-8ADF-D5F97BC7E87D}" destId="{19B17EC0-54B5-4D7C-AF12-56FDC6FA89A1}" srcOrd="1" destOrd="0" parTransId="{2FA296EE-592B-4297-AC04-B54DBF77A9AC}" sibTransId="{896DE577-8DD4-4ADF-9007-40A978E2958E}"/>
    <dgm:cxn modelId="{C88A5B65-CDCE-448B-8238-B02F52422308}" type="presOf" srcId="{493DA3B4-0489-412A-8F32-12B2183D375E}" destId="{F5EE1C74-8002-4477-B30B-106DF20E90CD}" srcOrd="1" destOrd="0" presId="urn:microsoft.com/office/officeart/2005/8/layout/vProcess5"/>
    <dgm:cxn modelId="{81C90F46-A69E-468B-8CAC-9925465D60C4}" type="presOf" srcId="{9A332051-28FD-4F64-843E-CC13E8D32606}" destId="{E892CDD3-C05A-40A2-AAB0-699928F44258}" srcOrd="0" destOrd="0" presId="urn:microsoft.com/office/officeart/2005/8/layout/vProcess5"/>
    <dgm:cxn modelId="{84CBF570-AAD0-4AB6-AF08-4AA7E13799C1}" type="presOf" srcId="{F739325E-DE7E-4EEA-91A1-7FFA9BF8B7C3}" destId="{E6A1F5F9-407E-4234-9FA5-D39BB1E284EA}" srcOrd="1" destOrd="0" presId="urn:microsoft.com/office/officeart/2005/8/layout/vProcess5"/>
    <dgm:cxn modelId="{298B4971-BD70-40B6-BD6A-8C3AF52B1F32}" type="presOf" srcId="{9A095E59-06B2-46CB-A856-3313F6142233}" destId="{1664CD82-B5EA-41A7-83CF-13A9411BEC4A}" srcOrd="0" destOrd="0" presId="urn:microsoft.com/office/officeart/2005/8/layout/vProcess5"/>
    <dgm:cxn modelId="{61718982-CB93-429A-BA5E-987D5973E41B}" srcId="{AE75C022-E6C4-4419-8ADF-D5F97BC7E87D}" destId="{493DA3B4-0489-412A-8F32-12B2183D375E}" srcOrd="3" destOrd="0" parTransId="{00724F96-E849-4836-B7FF-BF075344D6CA}" sibTransId="{A859EF0B-6C65-445F-83C4-5F521F118670}"/>
    <dgm:cxn modelId="{D6450395-B241-4EB3-84A0-65ED994DE85F}" srcId="{AE75C022-E6C4-4419-8ADF-D5F97BC7E87D}" destId="{9A095E59-06B2-46CB-A856-3313F6142233}" srcOrd="2" destOrd="0" parTransId="{BC6E465E-9FC4-440B-8AE4-1CDEFAC2448B}" sibTransId="{9A332051-28FD-4F64-843E-CC13E8D32606}"/>
    <dgm:cxn modelId="{9D0B7198-239E-4595-B6D4-83720F4F9F61}" srcId="{AE75C022-E6C4-4419-8ADF-D5F97BC7E87D}" destId="{F739325E-DE7E-4EEA-91A1-7FFA9BF8B7C3}" srcOrd="0" destOrd="0" parTransId="{29D3E174-F721-4F0E-9B3D-5DF48F9B8B20}" sibTransId="{63DE4D0D-72B1-4282-BB93-92116D53AD05}"/>
    <dgm:cxn modelId="{F70485A0-685B-439B-BFE3-C80E5F1E4924}" type="presOf" srcId="{AE75C022-E6C4-4419-8ADF-D5F97BC7E87D}" destId="{83A9C8C8-5DA0-4420-9984-F2D69F9B0A11}" srcOrd="0" destOrd="0" presId="urn:microsoft.com/office/officeart/2005/8/layout/vProcess5"/>
    <dgm:cxn modelId="{1BB941B5-81D5-45D9-9EBD-928E171C752E}" type="presOf" srcId="{63DE4D0D-72B1-4282-BB93-92116D53AD05}" destId="{AB501CDF-6D91-40B5-B3B7-6C176C291A87}" srcOrd="0" destOrd="0" presId="urn:microsoft.com/office/officeart/2005/8/layout/vProcess5"/>
    <dgm:cxn modelId="{43BA2EC1-2FA1-4BA4-A144-3E5784C88FD0}" type="presOf" srcId="{493DA3B4-0489-412A-8F32-12B2183D375E}" destId="{41E49168-87FE-4C35-A9E7-795B68FEC3B9}" srcOrd="0" destOrd="0" presId="urn:microsoft.com/office/officeart/2005/8/layout/vProcess5"/>
    <dgm:cxn modelId="{370F34CE-A4E8-486F-B266-183F77C1DEA1}" type="presOf" srcId="{896DE577-8DD4-4ADF-9007-40A978E2958E}" destId="{2301C30C-22EC-41E2-9D92-40180527815C}" srcOrd="0" destOrd="0" presId="urn:microsoft.com/office/officeart/2005/8/layout/vProcess5"/>
    <dgm:cxn modelId="{66ED4ED7-F26B-40AD-9710-7BBD05CF55DA}" type="presOf" srcId="{F739325E-DE7E-4EEA-91A1-7FFA9BF8B7C3}" destId="{F6731C2A-0534-4F7F-AA75-83F33A163523}" srcOrd="0" destOrd="0" presId="urn:microsoft.com/office/officeart/2005/8/layout/vProcess5"/>
    <dgm:cxn modelId="{11AD77D8-1141-434D-8803-FBAF078C221A}" type="presOf" srcId="{9A095E59-06B2-46CB-A856-3313F6142233}" destId="{8ED1EAFF-4825-419C-A85D-B7A985F970C3}" srcOrd="1" destOrd="0" presId="urn:microsoft.com/office/officeart/2005/8/layout/vProcess5"/>
    <dgm:cxn modelId="{424C52E4-B786-4820-BF00-760A9A27CC73}" type="presOf" srcId="{19B17EC0-54B5-4D7C-AF12-56FDC6FA89A1}" destId="{047AAC20-108E-40DB-8356-EE6B3FC9D096}" srcOrd="0" destOrd="0" presId="urn:microsoft.com/office/officeart/2005/8/layout/vProcess5"/>
    <dgm:cxn modelId="{1506986B-09BC-48F1-93FB-5CA759B3B48B}" type="presParOf" srcId="{83A9C8C8-5DA0-4420-9984-F2D69F9B0A11}" destId="{B1F1AC65-D04D-4892-90B8-D6C6DB836143}" srcOrd="0" destOrd="0" presId="urn:microsoft.com/office/officeart/2005/8/layout/vProcess5"/>
    <dgm:cxn modelId="{4FCDB615-57B0-4767-9201-30FB2DDE981D}" type="presParOf" srcId="{83A9C8C8-5DA0-4420-9984-F2D69F9B0A11}" destId="{F6731C2A-0534-4F7F-AA75-83F33A163523}" srcOrd="1" destOrd="0" presId="urn:microsoft.com/office/officeart/2005/8/layout/vProcess5"/>
    <dgm:cxn modelId="{AA06E51E-3A4C-4516-8AF3-49E27CFBA0DE}" type="presParOf" srcId="{83A9C8C8-5DA0-4420-9984-F2D69F9B0A11}" destId="{047AAC20-108E-40DB-8356-EE6B3FC9D096}" srcOrd="2" destOrd="0" presId="urn:microsoft.com/office/officeart/2005/8/layout/vProcess5"/>
    <dgm:cxn modelId="{F0295CF4-AF14-4D86-823D-B3BB5A41F079}" type="presParOf" srcId="{83A9C8C8-5DA0-4420-9984-F2D69F9B0A11}" destId="{1664CD82-B5EA-41A7-83CF-13A9411BEC4A}" srcOrd="3" destOrd="0" presId="urn:microsoft.com/office/officeart/2005/8/layout/vProcess5"/>
    <dgm:cxn modelId="{0854B027-7B32-4F1E-B3D2-4B89415E45AA}" type="presParOf" srcId="{83A9C8C8-5DA0-4420-9984-F2D69F9B0A11}" destId="{41E49168-87FE-4C35-A9E7-795B68FEC3B9}" srcOrd="4" destOrd="0" presId="urn:microsoft.com/office/officeart/2005/8/layout/vProcess5"/>
    <dgm:cxn modelId="{E04781C9-CC6F-4439-8995-B7D30D20289D}" type="presParOf" srcId="{83A9C8C8-5DA0-4420-9984-F2D69F9B0A11}" destId="{AB501CDF-6D91-40B5-B3B7-6C176C291A87}" srcOrd="5" destOrd="0" presId="urn:microsoft.com/office/officeart/2005/8/layout/vProcess5"/>
    <dgm:cxn modelId="{445E67F0-5141-4E1A-9088-2040C80B7896}" type="presParOf" srcId="{83A9C8C8-5DA0-4420-9984-F2D69F9B0A11}" destId="{2301C30C-22EC-41E2-9D92-40180527815C}" srcOrd="6" destOrd="0" presId="urn:microsoft.com/office/officeart/2005/8/layout/vProcess5"/>
    <dgm:cxn modelId="{D8C08EAA-40C3-48B9-94C6-A4853A158F52}" type="presParOf" srcId="{83A9C8C8-5DA0-4420-9984-F2D69F9B0A11}" destId="{E892CDD3-C05A-40A2-AAB0-699928F44258}" srcOrd="7" destOrd="0" presId="urn:microsoft.com/office/officeart/2005/8/layout/vProcess5"/>
    <dgm:cxn modelId="{7C2F3C09-8927-4C4A-AFC4-0F036CC41FBF}" type="presParOf" srcId="{83A9C8C8-5DA0-4420-9984-F2D69F9B0A11}" destId="{E6A1F5F9-407E-4234-9FA5-D39BB1E284EA}" srcOrd="8" destOrd="0" presId="urn:microsoft.com/office/officeart/2005/8/layout/vProcess5"/>
    <dgm:cxn modelId="{4EAC621B-51E1-4FBC-964C-0E450CF00636}" type="presParOf" srcId="{83A9C8C8-5DA0-4420-9984-F2D69F9B0A11}" destId="{46B14018-7054-4266-9F89-03B4580BFAB4}" srcOrd="9" destOrd="0" presId="urn:microsoft.com/office/officeart/2005/8/layout/vProcess5"/>
    <dgm:cxn modelId="{3F80EA97-E576-4FE2-895A-3B9FAEC243BA}" type="presParOf" srcId="{83A9C8C8-5DA0-4420-9984-F2D69F9B0A11}" destId="{8ED1EAFF-4825-419C-A85D-B7A985F970C3}" srcOrd="10" destOrd="0" presId="urn:microsoft.com/office/officeart/2005/8/layout/vProcess5"/>
    <dgm:cxn modelId="{94BADDB5-10BE-4632-A717-5CCE934ACA9D}" type="presParOf" srcId="{83A9C8C8-5DA0-4420-9984-F2D69F9B0A11}" destId="{F5EE1C74-8002-4477-B30B-106DF20E90C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85A2A-4112-4246-A773-6EAA9D62C3F0}">
      <dsp:nvSpPr>
        <dsp:cNvPr id="0" name=""/>
        <dsp:cNvSpPr/>
      </dsp:nvSpPr>
      <dsp:spPr>
        <a:xfrm>
          <a:off x="6886453" y="1517289"/>
          <a:ext cx="3028630" cy="480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7413"/>
              </a:lnTo>
              <a:lnTo>
                <a:pt x="3028630" y="327413"/>
              </a:lnTo>
              <a:lnTo>
                <a:pt x="3028630" y="4804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789038-1A74-4FB3-90C6-22B53FF5CCC7}">
      <dsp:nvSpPr>
        <dsp:cNvPr id="0" name=""/>
        <dsp:cNvSpPr/>
      </dsp:nvSpPr>
      <dsp:spPr>
        <a:xfrm>
          <a:off x="6886453" y="1517289"/>
          <a:ext cx="1009543" cy="4804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7413"/>
              </a:lnTo>
              <a:lnTo>
                <a:pt x="1009543" y="327413"/>
              </a:lnTo>
              <a:lnTo>
                <a:pt x="1009543" y="4804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BFE47D-52A4-4B44-9DB5-32874C0A7BE3}">
      <dsp:nvSpPr>
        <dsp:cNvPr id="0" name=""/>
        <dsp:cNvSpPr/>
      </dsp:nvSpPr>
      <dsp:spPr>
        <a:xfrm>
          <a:off x="5876909" y="1517289"/>
          <a:ext cx="1009543" cy="480450"/>
        </a:xfrm>
        <a:custGeom>
          <a:avLst/>
          <a:gdLst/>
          <a:ahLst/>
          <a:cxnLst/>
          <a:rect l="0" t="0" r="0" b="0"/>
          <a:pathLst>
            <a:path>
              <a:moveTo>
                <a:pt x="1009543" y="0"/>
              </a:moveTo>
              <a:lnTo>
                <a:pt x="1009543" y="327413"/>
              </a:lnTo>
              <a:lnTo>
                <a:pt x="0" y="327413"/>
              </a:lnTo>
              <a:lnTo>
                <a:pt x="0" y="4804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226414-59D2-4824-AB71-25EDB9686FE2}">
      <dsp:nvSpPr>
        <dsp:cNvPr id="0" name=""/>
        <dsp:cNvSpPr/>
      </dsp:nvSpPr>
      <dsp:spPr>
        <a:xfrm>
          <a:off x="3857822" y="1517289"/>
          <a:ext cx="3028630" cy="480450"/>
        </a:xfrm>
        <a:custGeom>
          <a:avLst/>
          <a:gdLst/>
          <a:ahLst/>
          <a:cxnLst/>
          <a:rect l="0" t="0" r="0" b="0"/>
          <a:pathLst>
            <a:path>
              <a:moveTo>
                <a:pt x="3028630" y="0"/>
              </a:moveTo>
              <a:lnTo>
                <a:pt x="3028630" y="327413"/>
              </a:lnTo>
              <a:lnTo>
                <a:pt x="0" y="327413"/>
              </a:lnTo>
              <a:lnTo>
                <a:pt x="0" y="48045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D1676-D85E-4D98-A7D1-43AA601C01A2}">
      <dsp:nvSpPr>
        <dsp:cNvPr id="0" name=""/>
        <dsp:cNvSpPr/>
      </dsp:nvSpPr>
      <dsp:spPr>
        <a:xfrm>
          <a:off x="3201" y="468281"/>
          <a:ext cx="1651980" cy="1049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0B311-8F57-4A6D-AE1C-9693D136FCDF}">
      <dsp:nvSpPr>
        <dsp:cNvPr id="0" name=""/>
        <dsp:cNvSpPr/>
      </dsp:nvSpPr>
      <dsp:spPr>
        <a:xfrm>
          <a:off x="186754" y="642657"/>
          <a:ext cx="1651980" cy="1049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Agentic Code Studio</a:t>
          </a:r>
          <a:endParaRPr lang="en-US" sz="1500" kern="1200"/>
        </a:p>
      </dsp:txBody>
      <dsp:txXfrm>
        <a:off x="217478" y="673381"/>
        <a:ext cx="1590532" cy="987559"/>
      </dsp:txXfrm>
    </dsp:sp>
    <dsp:sp modelId="{12332037-D71A-4FF2-9BA7-AC5334FCDEE1}">
      <dsp:nvSpPr>
        <dsp:cNvPr id="0" name=""/>
        <dsp:cNvSpPr/>
      </dsp:nvSpPr>
      <dsp:spPr>
        <a:xfrm>
          <a:off x="2022288" y="468281"/>
          <a:ext cx="1651980" cy="1049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DB0A90-F57F-44A1-8414-63C365D6C690}">
      <dsp:nvSpPr>
        <dsp:cNvPr id="0" name=""/>
        <dsp:cNvSpPr/>
      </dsp:nvSpPr>
      <dsp:spPr>
        <a:xfrm>
          <a:off x="2205842" y="642657"/>
          <a:ext cx="1651980" cy="1049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An </a:t>
          </a:r>
          <a:r>
            <a:rPr lang="en-US" sz="1500" b="1" kern="1200"/>
            <a:t>autonomous AI software engineering system</a:t>
          </a:r>
          <a:endParaRPr lang="en-US" sz="1500" kern="1200"/>
        </a:p>
      </dsp:txBody>
      <dsp:txXfrm>
        <a:off x="2236566" y="673381"/>
        <a:ext cx="1590532" cy="987559"/>
      </dsp:txXfrm>
    </dsp:sp>
    <dsp:sp modelId="{8799D37C-FAF4-4390-85F7-F371273D9780}">
      <dsp:nvSpPr>
        <dsp:cNvPr id="0" name=""/>
        <dsp:cNvSpPr/>
      </dsp:nvSpPr>
      <dsp:spPr>
        <a:xfrm>
          <a:off x="4041375" y="468281"/>
          <a:ext cx="1651980" cy="1049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DF28B-CB70-4B45-8F1E-153A6FB2B9F6}">
      <dsp:nvSpPr>
        <dsp:cNvPr id="0" name=""/>
        <dsp:cNvSpPr/>
      </dsp:nvSpPr>
      <dsp:spPr>
        <a:xfrm>
          <a:off x="4224929" y="642657"/>
          <a:ext cx="1651980" cy="1049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Uses </a:t>
          </a:r>
          <a:r>
            <a:rPr lang="en-US" sz="1500" b="1" kern="1200"/>
            <a:t>multiple specialized AI agents</a:t>
          </a:r>
          <a:endParaRPr lang="en-US" sz="1500" kern="1200"/>
        </a:p>
      </dsp:txBody>
      <dsp:txXfrm>
        <a:off x="4255653" y="673381"/>
        <a:ext cx="1590532" cy="987559"/>
      </dsp:txXfrm>
    </dsp:sp>
    <dsp:sp modelId="{A1442831-7FA5-41E3-A1BF-06918D478522}">
      <dsp:nvSpPr>
        <dsp:cNvPr id="0" name=""/>
        <dsp:cNvSpPr/>
      </dsp:nvSpPr>
      <dsp:spPr>
        <a:xfrm>
          <a:off x="6060462" y="468281"/>
          <a:ext cx="1651980" cy="10490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5AD713-192C-4CD0-9815-5846AC8890C1}">
      <dsp:nvSpPr>
        <dsp:cNvPr id="0" name=""/>
        <dsp:cNvSpPr/>
      </dsp:nvSpPr>
      <dsp:spPr>
        <a:xfrm>
          <a:off x="6244016" y="642657"/>
          <a:ext cx="1651980" cy="1049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Automatically:</a:t>
          </a:r>
        </a:p>
      </dsp:txBody>
      <dsp:txXfrm>
        <a:off x="6274740" y="673381"/>
        <a:ext cx="1590532" cy="987559"/>
      </dsp:txXfrm>
    </dsp:sp>
    <dsp:sp modelId="{D30446C6-F550-4524-B1DA-A7F94C589602}">
      <dsp:nvSpPr>
        <dsp:cNvPr id="0" name=""/>
        <dsp:cNvSpPr/>
      </dsp:nvSpPr>
      <dsp:spPr>
        <a:xfrm>
          <a:off x="3031832" y="1997740"/>
          <a:ext cx="1651980" cy="10490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62D56-7A5A-4A46-883D-0C3E27A8793D}">
      <dsp:nvSpPr>
        <dsp:cNvPr id="0" name=""/>
        <dsp:cNvSpPr/>
      </dsp:nvSpPr>
      <dsp:spPr>
        <a:xfrm>
          <a:off x="3215385" y="2172115"/>
          <a:ext cx="1651980" cy="1049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Detects bugs</a:t>
          </a:r>
        </a:p>
      </dsp:txBody>
      <dsp:txXfrm>
        <a:off x="3246109" y="2202839"/>
        <a:ext cx="1590532" cy="987559"/>
      </dsp:txXfrm>
    </dsp:sp>
    <dsp:sp modelId="{EF9B66F5-8B3A-4517-ADAC-A051ED41B017}">
      <dsp:nvSpPr>
        <dsp:cNvPr id="0" name=""/>
        <dsp:cNvSpPr/>
      </dsp:nvSpPr>
      <dsp:spPr>
        <a:xfrm>
          <a:off x="5050919" y="1997740"/>
          <a:ext cx="1651980" cy="10490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786D64-E050-4538-99B2-D902B1024360}">
      <dsp:nvSpPr>
        <dsp:cNvPr id="0" name=""/>
        <dsp:cNvSpPr/>
      </dsp:nvSpPr>
      <dsp:spPr>
        <a:xfrm>
          <a:off x="5234472" y="2172115"/>
          <a:ext cx="1651980" cy="1049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Fixes errors</a:t>
          </a:r>
        </a:p>
      </dsp:txBody>
      <dsp:txXfrm>
        <a:off x="5265196" y="2202839"/>
        <a:ext cx="1590532" cy="987559"/>
      </dsp:txXfrm>
    </dsp:sp>
    <dsp:sp modelId="{736027EE-4E5C-4A7C-A418-4330047E782C}">
      <dsp:nvSpPr>
        <dsp:cNvPr id="0" name=""/>
        <dsp:cNvSpPr/>
      </dsp:nvSpPr>
      <dsp:spPr>
        <a:xfrm>
          <a:off x="7070006" y="1997740"/>
          <a:ext cx="1651980" cy="10490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AD7B2-F62A-4EC9-AC13-01BCE5CECFEA}">
      <dsp:nvSpPr>
        <dsp:cNvPr id="0" name=""/>
        <dsp:cNvSpPr/>
      </dsp:nvSpPr>
      <dsp:spPr>
        <a:xfrm>
          <a:off x="7253559" y="2172115"/>
          <a:ext cx="1651980" cy="1049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Optimizes performance</a:t>
          </a:r>
        </a:p>
      </dsp:txBody>
      <dsp:txXfrm>
        <a:off x="7284283" y="2202839"/>
        <a:ext cx="1590532" cy="987559"/>
      </dsp:txXfrm>
    </dsp:sp>
    <dsp:sp modelId="{1CBE95E0-2F2A-43D3-B4BD-483815875444}">
      <dsp:nvSpPr>
        <dsp:cNvPr id="0" name=""/>
        <dsp:cNvSpPr/>
      </dsp:nvSpPr>
      <dsp:spPr>
        <a:xfrm>
          <a:off x="9089093" y="1997740"/>
          <a:ext cx="1651980" cy="10490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0A440-628B-4E24-AE09-5D0D62D857F1}">
      <dsp:nvSpPr>
        <dsp:cNvPr id="0" name=""/>
        <dsp:cNvSpPr/>
      </dsp:nvSpPr>
      <dsp:spPr>
        <a:xfrm>
          <a:off x="9272647" y="2172115"/>
          <a:ext cx="1651980" cy="10490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Audits security issues</a:t>
          </a:r>
        </a:p>
      </dsp:txBody>
      <dsp:txXfrm>
        <a:off x="9303371" y="2202839"/>
        <a:ext cx="1590532" cy="9875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C4307-F4C8-40DE-AB57-53916FBA5718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Automated Bug Fixing</a:t>
          </a:r>
          <a:endParaRPr lang="en-US" sz="1900" kern="1200"/>
        </a:p>
      </dsp:txBody>
      <dsp:txXfrm>
        <a:off x="582645" y="1178"/>
        <a:ext cx="2174490" cy="1304694"/>
      </dsp:txXfrm>
    </dsp:sp>
    <dsp:sp modelId="{A88FA4D7-595A-4BA1-9FBA-E308B335F14C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104133"/>
                <a:satOff val="-2163"/>
                <a:lumOff val="-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4133"/>
                <a:satOff val="-2163"/>
                <a:lumOff val="-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4133"/>
                <a:satOff val="-2163"/>
                <a:lumOff val="-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Iterative fix-review-test loop</a:t>
          </a:r>
        </a:p>
      </dsp:txBody>
      <dsp:txXfrm>
        <a:off x="2974584" y="1178"/>
        <a:ext cx="2174490" cy="1304694"/>
      </dsp:txXfrm>
    </dsp:sp>
    <dsp:sp modelId="{FDE9C602-B004-486F-92A9-6B34A47CE770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208266"/>
                <a:satOff val="-4326"/>
                <a:lumOff val="-11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08266"/>
                <a:satOff val="-4326"/>
                <a:lumOff val="-11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08266"/>
                <a:satOff val="-4326"/>
                <a:lumOff val="-11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Code Optimization</a:t>
          </a:r>
          <a:endParaRPr lang="en-US" sz="1900" kern="1200"/>
        </a:p>
      </dsp:txBody>
      <dsp:txXfrm>
        <a:off x="5366524" y="1178"/>
        <a:ext cx="2174490" cy="1304694"/>
      </dsp:txXfrm>
    </dsp:sp>
    <dsp:sp modelId="{8DAC3066-94BF-48C4-B992-8EBB41A94274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312399"/>
                <a:satOff val="-6489"/>
                <a:lumOff val="-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12399"/>
                <a:satOff val="-6489"/>
                <a:lumOff val="-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12399"/>
                <a:satOff val="-6489"/>
                <a:lumOff val="-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Improves time &amp; space complexity</a:t>
          </a:r>
        </a:p>
      </dsp:txBody>
      <dsp:txXfrm>
        <a:off x="7758464" y="1178"/>
        <a:ext cx="2174490" cy="1304694"/>
      </dsp:txXfrm>
    </dsp:sp>
    <dsp:sp modelId="{9B990D57-CEF7-41E4-AFC2-18EF07611740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416532"/>
                <a:satOff val="-8652"/>
                <a:lumOff val="-2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16532"/>
                <a:satOff val="-8652"/>
                <a:lumOff val="-2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16532"/>
                <a:satOff val="-8652"/>
                <a:lumOff val="-2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Refactors inefficient logic</a:t>
          </a:r>
        </a:p>
      </dsp:txBody>
      <dsp:txXfrm>
        <a:off x="582645" y="1523321"/>
        <a:ext cx="2174490" cy="1304694"/>
      </dsp:txXfrm>
    </dsp:sp>
    <dsp:sp modelId="{1A3B1B3E-AC3A-4CBB-BD99-468E26C1730D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520665"/>
                <a:satOff val="-10816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20665"/>
                <a:satOff val="-10816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20665"/>
                <a:satOff val="-10816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Security Auditing</a:t>
          </a:r>
          <a:endParaRPr lang="en-US" sz="1900" kern="1200"/>
        </a:p>
      </dsp:txBody>
      <dsp:txXfrm>
        <a:off x="2974584" y="1523321"/>
        <a:ext cx="2174490" cy="1304694"/>
      </dsp:txXfrm>
    </dsp:sp>
    <dsp:sp modelId="{BCFAE411-8DA6-4556-88B1-1AEC14FF3903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624797"/>
                <a:satOff val="-12979"/>
                <a:lumOff val="-35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24797"/>
                <a:satOff val="-12979"/>
                <a:lumOff val="-35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24797"/>
                <a:satOff val="-12979"/>
                <a:lumOff val="-35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Static analysis for vulnerabilities</a:t>
          </a:r>
        </a:p>
      </dsp:txBody>
      <dsp:txXfrm>
        <a:off x="5366524" y="1523321"/>
        <a:ext cx="2174490" cy="1304694"/>
      </dsp:txXfrm>
    </dsp:sp>
    <dsp:sp modelId="{3C734A00-B499-4841-B899-C41191C804D3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728930"/>
                <a:satOff val="-15142"/>
                <a:lumOff val="-41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8930"/>
                <a:satOff val="-15142"/>
                <a:lumOff val="-41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8930"/>
                <a:satOff val="-15142"/>
                <a:lumOff val="-41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Secure coding recommendations</a:t>
          </a:r>
        </a:p>
      </dsp:txBody>
      <dsp:txXfrm>
        <a:off x="7758464" y="1523321"/>
        <a:ext cx="2174490" cy="1304694"/>
      </dsp:txXfrm>
    </dsp:sp>
    <dsp:sp modelId="{D8C2CC2E-8277-40B3-8B44-FF70B5BE5190}">
      <dsp:nvSpPr>
        <dsp:cNvPr id="0" name=""/>
        <dsp:cNvSpPr/>
      </dsp:nvSpPr>
      <dsp:spPr>
        <a:xfrm>
          <a:off x="1778615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833063"/>
                <a:satOff val="-17305"/>
                <a:lumOff val="-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33063"/>
                <a:satOff val="-17305"/>
                <a:lumOff val="-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33063"/>
                <a:satOff val="-17305"/>
                <a:lumOff val="-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Modern UI</a:t>
          </a:r>
          <a:endParaRPr lang="en-US" sz="1900" kern="1200"/>
        </a:p>
      </dsp:txBody>
      <dsp:txXfrm>
        <a:off x="1778615" y="3045465"/>
        <a:ext cx="2174490" cy="1304694"/>
      </dsp:txXfrm>
    </dsp:sp>
    <dsp:sp modelId="{4416F137-FBE8-49C6-B9BB-052BC0667A01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937196"/>
                <a:satOff val="-19468"/>
                <a:lumOff val="-5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37196"/>
                <a:satOff val="-19468"/>
                <a:lumOff val="-5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37196"/>
                <a:satOff val="-19468"/>
                <a:lumOff val="-5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Interactive </a:t>
          </a:r>
          <a:r>
            <a:rPr lang="en-US" sz="1900" b="1" kern="1200"/>
            <a:t>Next.js dashboard</a:t>
          </a:r>
          <a:endParaRPr lang="en-US" sz="1900" kern="1200"/>
        </a:p>
      </dsp:txBody>
      <dsp:txXfrm>
        <a:off x="4170554" y="3045465"/>
        <a:ext cx="2174490" cy="1304694"/>
      </dsp:txXfrm>
    </dsp:sp>
    <dsp:sp modelId="{1D687881-6B84-45FF-A8E9-764ACD53E0EF}">
      <dsp:nvSpPr>
        <dsp:cNvPr id="0" name=""/>
        <dsp:cNvSpPr/>
      </dsp:nvSpPr>
      <dsp:spPr>
        <a:xfrm>
          <a:off x="6562494" y="3045465"/>
          <a:ext cx="2174490" cy="1304694"/>
        </a:xfrm>
        <a:prstGeom prst="rect">
          <a:avLst/>
        </a:prstGeom>
        <a:gradFill rotWithShape="0">
          <a:gsLst>
            <a:gs pos="0">
              <a:schemeClr val="accent2">
                <a:hueOff val="-1041329"/>
                <a:satOff val="-21631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41329"/>
                <a:satOff val="-21631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41329"/>
                <a:satOff val="-21631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Shows: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Agent decisions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Code diffs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Chat history</a:t>
          </a:r>
        </a:p>
      </dsp:txBody>
      <dsp:txXfrm>
        <a:off x="6562494" y="3045465"/>
        <a:ext cx="2174490" cy="13046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3372C-EF33-4D02-97A6-3FD132090C8F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Python</a:t>
          </a:r>
        </a:p>
      </dsp:txBody>
      <dsp:txXfrm>
        <a:off x="0" y="39687"/>
        <a:ext cx="3286125" cy="1971675"/>
      </dsp:txXfrm>
    </dsp:sp>
    <dsp:sp modelId="{12264703-2192-4FC0-8E0E-76433893532F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FastAPI</a:t>
          </a:r>
        </a:p>
      </dsp:txBody>
      <dsp:txXfrm>
        <a:off x="3614737" y="39687"/>
        <a:ext cx="3286125" cy="1971675"/>
      </dsp:txXfrm>
    </dsp:sp>
    <dsp:sp modelId="{86C67D98-4B12-42B6-B43A-E42D43D86388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LangGraph</a:t>
          </a:r>
        </a:p>
      </dsp:txBody>
      <dsp:txXfrm>
        <a:off x="7229475" y="39687"/>
        <a:ext cx="3286125" cy="1971675"/>
      </dsp:txXfrm>
    </dsp:sp>
    <dsp:sp modelId="{93D28F50-47A0-43E8-B773-6E708CCCD7B9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Google Gemini API</a:t>
          </a:r>
        </a:p>
      </dsp:txBody>
      <dsp:txXfrm>
        <a:off x="0" y="2339975"/>
        <a:ext cx="3286125" cy="1971675"/>
      </dsp:txXfrm>
    </dsp:sp>
    <dsp:sp modelId="{A36BABB7-46CD-4702-880A-000F17E4DBE2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Next.js</a:t>
          </a:r>
        </a:p>
      </dsp:txBody>
      <dsp:txXfrm>
        <a:off x="3614737" y="2339975"/>
        <a:ext cx="3286125" cy="1971675"/>
      </dsp:txXfrm>
    </dsp:sp>
    <dsp:sp modelId="{75B70B75-767A-4C2E-9AED-826390FF27FC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Tailwind CSS</a:t>
          </a:r>
        </a:p>
      </dsp:txBody>
      <dsp:txXfrm>
        <a:off x="7229475" y="2339975"/>
        <a:ext cx="3286125" cy="1971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BC4307-F4C8-40DE-AB57-53916FBA5718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User submits code</a:t>
          </a:r>
        </a:p>
      </dsp:txBody>
      <dsp:txXfrm>
        <a:off x="3080" y="587032"/>
        <a:ext cx="2444055" cy="1466433"/>
      </dsp:txXfrm>
    </dsp:sp>
    <dsp:sp modelId="{A88FA4D7-595A-4BA1-9FBA-E308B335F14C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-173555"/>
                <a:satOff val="-3605"/>
                <a:lumOff val="-9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73555"/>
                <a:satOff val="-3605"/>
                <a:lumOff val="-9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73555"/>
                <a:satOff val="-3605"/>
                <a:lumOff val="-9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/>
            <a:t>Test Driver </a:t>
          </a:r>
          <a:r>
            <a:rPr lang="en-US" sz="2200" b="0" i="0" kern="1200" dirty="0"/>
            <a:t>automatically creates a script to run the code.</a:t>
          </a:r>
          <a:endParaRPr lang="en-US" sz="2200" kern="1200" dirty="0"/>
        </a:p>
      </dsp:txBody>
      <dsp:txXfrm>
        <a:off x="2691541" y="587032"/>
        <a:ext cx="2444055" cy="1466433"/>
      </dsp:txXfrm>
    </dsp:sp>
    <dsp:sp modelId="{FDE9C602-B004-486F-92A9-6B34A47CE770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-347110"/>
                <a:satOff val="-7210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47110"/>
                <a:satOff val="-7210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47110"/>
                <a:satOff val="-7210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Developer agent proposes fixes</a:t>
          </a:r>
        </a:p>
      </dsp:txBody>
      <dsp:txXfrm>
        <a:off x="5380002" y="587032"/>
        <a:ext cx="2444055" cy="1466433"/>
      </dsp:txXfrm>
    </dsp:sp>
    <dsp:sp modelId="{8DAC3066-94BF-48C4-B992-8EBB41A94274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-520665"/>
                <a:satOff val="-10816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520665"/>
                <a:satOff val="-10816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520665"/>
                <a:satOff val="-10816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Critic agent reviews logic</a:t>
          </a:r>
        </a:p>
      </dsp:txBody>
      <dsp:txXfrm>
        <a:off x="8068463" y="587032"/>
        <a:ext cx="2444055" cy="1466433"/>
      </dsp:txXfrm>
    </dsp:sp>
    <dsp:sp modelId="{9B990D57-CEF7-41E4-AFC2-18EF07611740}">
      <dsp:nvSpPr>
        <dsp:cNvPr id="0" name=""/>
        <dsp:cNvSpPr/>
      </dsp:nvSpPr>
      <dsp:spPr>
        <a:xfrm>
          <a:off x="1347311" y="2297871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-694219"/>
                <a:satOff val="-14421"/>
                <a:lumOff val="-39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94219"/>
                <a:satOff val="-14421"/>
                <a:lumOff val="-39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94219"/>
                <a:satOff val="-14421"/>
                <a:lumOff val="-39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Optimization workflow improves performance</a:t>
          </a:r>
        </a:p>
      </dsp:txBody>
      <dsp:txXfrm>
        <a:off x="1347311" y="2297871"/>
        <a:ext cx="2444055" cy="1466433"/>
      </dsp:txXfrm>
    </dsp:sp>
    <dsp:sp modelId="{1A3B1B3E-AC3A-4CBB-BD99-468E26C1730D}">
      <dsp:nvSpPr>
        <dsp:cNvPr id="0" name=""/>
        <dsp:cNvSpPr/>
      </dsp:nvSpPr>
      <dsp:spPr>
        <a:xfrm>
          <a:off x="4035772" y="2297871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-867774"/>
                <a:satOff val="-18026"/>
                <a:lumOff val="-4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67774"/>
                <a:satOff val="-18026"/>
                <a:lumOff val="-4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67774"/>
                <a:satOff val="-18026"/>
                <a:lumOff val="-4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Security workflow audits vulnerabilities</a:t>
          </a:r>
        </a:p>
      </dsp:txBody>
      <dsp:txXfrm>
        <a:off x="4035772" y="2297871"/>
        <a:ext cx="2444055" cy="1466433"/>
      </dsp:txXfrm>
    </dsp:sp>
    <dsp:sp modelId="{BCFAE411-8DA6-4556-88B1-1AEC14FF3903}">
      <dsp:nvSpPr>
        <dsp:cNvPr id="0" name=""/>
        <dsp:cNvSpPr/>
      </dsp:nvSpPr>
      <dsp:spPr>
        <a:xfrm>
          <a:off x="6724233" y="2297871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-1041329"/>
                <a:satOff val="-21631"/>
                <a:lumOff val="-58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41329"/>
                <a:satOff val="-21631"/>
                <a:lumOff val="-58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41329"/>
                <a:satOff val="-21631"/>
                <a:lumOff val="-58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Final code is produced</a:t>
          </a:r>
        </a:p>
      </dsp:txBody>
      <dsp:txXfrm>
        <a:off x="6724233" y="2297871"/>
        <a:ext cx="2444055" cy="14664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A9E79-8628-47AD-B673-339EB9ECD84D}">
      <dsp:nvSpPr>
        <dsp:cNvPr id="0" name=""/>
        <dsp:cNvSpPr/>
      </dsp:nvSpPr>
      <dsp:spPr>
        <a:xfrm>
          <a:off x="0" y="4299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AE6729-94C1-4A05-941F-C3A1D88D1C86}">
      <dsp:nvSpPr>
        <dsp:cNvPr id="0" name=""/>
        <dsp:cNvSpPr/>
      </dsp:nvSpPr>
      <dsp:spPr>
        <a:xfrm>
          <a:off x="277016" y="210345"/>
          <a:ext cx="503667" cy="5036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FA4BA-58DB-4E87-8506-84729AFC08C9}">
      <dsp:nvSpPr>
        <dsp:cNvPr id="0" name=""/>
        <dsp:cNvSpPr/>
      </dsp:nvSpPr>
      <dsp:spPr>
        <a:xfrm>
          <a:off x="1057701" y="4299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Reduces manual effort</a:t>
          </a:r>
        </a:p>
      </dsp:txBody>
      <dsp:txXfrm>
        <a:off x="1057701" y="4299"/>
        <a:ext cx="4803388" cy="915758"/>
      </dsp:txXfrm>
    </dsp:sp>
    <dsp:sp modelId="{DF189D2B-F81E-4761-A47E-147A8F387528}">
      <dsp:nvSpPr>
        <dsp:cNvPr id="0" name=""/>
        <dsp:cNvSpPr/>
      </dsp:nvSpPr>
      <dsp:spPr>
        <a:xfrm>
          <a:off x="0" y="1148997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6C798-0F3A-4CBE-85B7-EC55FB233309}">
      <dsp:nvSpPr>
        <dsp:cNvPr id="0" name=""/>
        <dsp:cNvSpPr/>
      </dsp:nvSpPr>
      <dsp:spPr>
        <a:xfrm>
          <a:off x="277016" y="1355043"/>
          <a:ext cx="503667" cy="5036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CEEDC9-5EE1-4EA5-A3AA-55D4F8BABA00}">
      <dsp:nvSpPr>
        <dsp:cNvPr id="0" name=""/>
        <dsp:cNvSpPr/>
      </dsp:nvSpPr>
      <dsp:spPr>
        <a:xfrm>
          <a:off x="1057701" y="1148997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Improves code quality</a:t>
          </a:r>
        </a:p>
      </dsp:txBody>
      <dsp:txXfrm>
        <a:off x="1057701" y="1148997"/>
        <a:ext cx="4803388" cy="915758"/>
      </dsp:txXfrm>
    </dsp:sp>
    <dsp:sp modelId="{707561B9-83FF-4915-A127-DB29C2B0659C}">
      <dsp:nvSpPr>
        <dsp:cNvPr id="0" name=""/>
        <dsp:cNvSpPr/>
      </dsp:nvSpPr>
      <dsp:spPr>
        <a:xfrm>
          <a:off x="0" y="2293695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334816-D9B6-4725-B48A-43DE75404322}">
      <dsp:nvSpPr>
        <dsp:cNvPr id="0" name=""/>
        <dsp:cNvSpPr/>
      </dsp:nvSpPr>
      <dsp:spPr>
        <a:xfrm>
          <a:off x="277016" y="2499741"/>
          <a:ext cx="503667" cy="5036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79938-F0D3-4838-A227-1267C5039E36}">
      <dsp:nvSpPr>
        <dsp:cNvPr id="0" name=""/>
        <dsp:cNvSpPr/>
      </dsp:nvSpPr>
      <dsp:spPr>
        <a:xfrm>
          <a:off x="1057701" y="2293695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Faster debugging</a:t>
          </a:r>
        </a:p>
      </dsp:txBody>
      <dsp:txXfrm>
        <a:off x="1057701" y="2293695"/>
        <a:ext cx="4803388" cy="915758"/>
      </dsp:txXfrm>
    </dsp:sp>
    <dsp:sp modelId="{C15291D1-62B3-427A-897F-862525080470}">
      <dsp:nvSpPr>
        <dsp:cNvPr id="0" name=""/>
        <dsp:cNvSpPr/>
      </dsp:nvSpPr>
      <dsp:spPr>
        <a:xfrm>
          <a:off x="0" y="3438393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E33FE-EE43-4A6F-9D7E-7D557041776F}">
      <dsp:nvSpPr>
        <dsp:cNvPr id="0" name=""/>
        <dsp:cNvSpPr/>
      </dsp:nvSpPr>
      <dsp:spPr>
        <a:xfrm>
          <a:off x="277016" y="3644439"/>
          <a:ext cx="503667" cy="5036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53B0B-E9E9-4633-A3C8-6616CAA15BA8}">
      <dsp:nvSpPr>
        <dsp:cNvPr id="0" name=""/>
        <dsp:cNvSpPr/>
      </dsp:nvSpPr>
      <dsp:spPr>
        <a:xfrm>
          <a:off x="1057701" y="3438393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Built-in security checks</a:t>
          </a:r>
        </a:p>
      </dsp:txBody>
      <dsp:txXfrm>
        <a:off x="1057701" y="3438393"/>
        <a:ext cx="4803388" cy="915758"/>
      </dsp:txXfrm>
    </dsp:sp>
    <dsp:sp modelId="{C5E2D564-ADA7-45E4-87DF-83F39B294469}">
      <dsp:nvSpPr>
        <dsp:cNvPr id="0" name=""/>
        <dsp:cNvSpPr/>
      </dsp:nvSpPr>
      <dsp:spPr>
        <a:xfrm>
          <a:off x="0" y="4583092"/>
          <a:ext cx="5861090" cy="9157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BC4FB9-9A44-4FF1-9654-814C3AFCDA50}">
      <dsp:nvSpPr>
        <dsp:cNvPr id="0" name=""/>
        <dsp:cNvSpPr/>
      </dsp:nvSpPr>
      <dsp:spPr>
        <a:xfrm>
          <a:off x="277016" y="4789137"/>
          <a:ext cx="503667" cy="5036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C8975-0CFF-41DF-BECE-52E631300EE2}">
      <dsp:nvSpPr>
        <dsp:cNvPr id="0" name=""/>
        <dsp:cNvSpPr/>
      </dsp:nvSpPr>
      <dsp:spPr>
        <a:xfrm>
          <a:off x="1057701" y="4583092"/>
          <a:ext cx="4803388" cy="915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18" tIns="96918" rIns="96918" bIns="9691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Scalable and extensible</a:t>
          </a:r>
        </a:p>
      </dsp:txBody>
      <dsp:txXfrm>
        <a:off x="1057701" y="4583092"/>
        <a:ext cx="4803388" cy="915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BCCFD7-E24F-4ADE-B350-5B14AE4B2410}">
      <dsp:nvSpPr>
        <dsp:cNvPr id="0" name=""/>
        <dsp:cNvSpPr/>
      </dsp:nvSpPr>
      <dsp:spPr>
        <a:xfrm>
          <a:off x="351068" y="1090292"/>
          <a:ext cx="1094783" cy="10947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61BCAB-1C0E-4366-9303-2B07259AC4B3}">
      <dsp:nvSpPr>
        <dsp:cNvPr id="0" name=""/>
        <dsp:cNvSpPr/>
      </dsp:nvSpPr>
      <dsp:spPr>
        <a:xfrm>
          <a:off x="584383" y="1323606"/>
          <a:ext cx="628154" cy="6281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0C888-56CA-4E8B-86EB-BA4C4F76EE3E}">
      <dsp:nvSpPr>
        <dsp:cNvPr id="0" name=""/>
        <dsp:cNvSpPr/>
      </dsp:nvSpPr>
      <dsp:spPr>
        <a:xfrm>
          <a:off x="1097" y="2526073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Software development teams</a:t>
          </a:r>
        </a:p>
      </dsp:txBody>
      <dsp:txXfrm>
        <a:off x="1097" y="2526073"/>
        <a:ext cx="1794726" cy="717890"/>
      </dsp:txXfrm>
    </dsp:sp>
    <dsp:sp modelId="{AAFBC945-6FC7-4426-9B7B-8770A00E2BED}">
      <dsp:nvSpPr>
        <dsp:cNvPr id="0" name=""/>
        <dsp:cNvSpPr/>
      </dsp:nvSpPr>
      <dsp:spPr>
        <a:xfrm>
          <a:off x="2459872" y="1090292"/>
          <a:ext cx="1094783" cy="10947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F4178D-9015-4E69-A4EE-574F49DEFA59}">
      <dsp:nvSpPr>
        <dsp:cNvPr id="0" name=""/>
        <dsp:cNvSpPr/>
      </dsp:nvSpPr>
      <dsp:spPr>
        <a:xfrm>
          <a:off x="2693187" y="1323606"/>
          <a:ext cx="628154" cy="6281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08DC6-FCF5-4934-994D-011930EBA9C1}">
      <dsp:nvSpPr>
        <dsp:cNvPr id="0" name=""/>
        <dsp:cNvSpPr/>
      </dsp:nvSpPr>
      <dsp:spPr>
        <a:xfrm>
          <a:off x="2109901" y="2526073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Code review automation</a:t>
          </a:r>
        </a:p>
      </dsp:txBody>
      <dsp:txXfrm>
        <a:off x="2109901" y="2526073"/>
        <a:ext cx="1794726" cy="717890"/>
      </dsp:txXfrm>
    </dsp:sp>
    <dsp:sp modelId="{118E602E-1900-4126-924E-6D134EC6531B}">
      <dsp:nvSpPr>
        <dsp:cNvPr id="0" name=""/>
        <dsp:cNvSpPr/>
      </dsp:nvSpPr>
      <dsp:spPr>
        <a:xfrm>
          <a:off x="4568676" y="1090292"/>
          <a:ext cx="1094783" cy="10947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67187B-8FD7-4EEC-9402-F1559FAD05F3}">
      <dsp:nvSpPr>
        <dsp:cNvPr id="0" name=""/>
        <dsp:cNvSpPr/>
      </dsp:nvSpPr>
      <dsp:spPr>
        <a:xfrm>
          <a:off x="4801990" y="1323606"/>
          <a:ext cx="628154" cy="6281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3584EC-C1B6-417B-A520-36149CB20AB7}">
      <dsp:nvSpPr>
        <dsp:cNvPr id="0" name=""/>
        <dsp:cNvSpPr/>
      </dsp:nvSpPr>
      <dsp:spPr>
        <a:xfrm>
          <a:off x="4218704" y="2526073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Secure application development</a:t>
          </a:r>
        </a:p>
      </dsp:txBody>
      <dsp:txXfrm>
        <a:off x="4218704" y="2526073"/>
        <a:ext cx="1794726" cy="717890"/>
      </dsp:txXfrm>
    </dsp:sp>
    <dsp:sp modelId="{6BDC83E6-BAE8-4C2A-8BCD-B100EE4B91C7}">
      <dsp:nvSpPr>
        <dsp:cNvPr id="0" name=""/>
        <dsp:cNvSpPr/>
      </dsp:nvSpPr>
      <dsp:spPr>
        <a:xfrm>
          <a:off x="6677480" y="1090292"/>
          <a:ext cx="1094783" cy="10947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B9900-D09D-4AB5-97DD-12968466FF45}">
      <dsp:nvSpPr>
        <dsp:cNvPr id="0" name=""/>
        <dsp:cNvSpPr/>
      </dsp:nvSpPr>
      <dsp:spPr>
        <a:xfrm>
          <a:off x="6910794" y="1323606"/>
          <a:ext cx="628154" cy="6281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95897D-FDE1-41B2-8166-86B78F3A4BA5}">
      <dsp:nvSpPr>
        <dsp:cNvPr id="0" name=""/>
        <dsp:cNvSpPr/>
      </dsp:nvSpPr>
      <dsp:spPr>
        <a:xfrm>
          <a:off x="6327508" y="2526073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AI-assisted DevOps pipelines</a:t>
          </a:r>
        </a:p>
      </dsp:txBody>
      <dsp:txXfrm>
        <a:off x="6327508" y="2526073"/>
        <a:ext cx="1794726" cy="717890"/>
      </dsp:txXfrm>
    </dsp:sp>
    <dsp:sp modelId="{C6709BBF-58A8-416F-8F9C-7FA96D148FC0}">
      <dsp:nvSpPr>
        <dsp:cNvPr id="0" name=""/>
        <dsp:cNvSpPr/>
      </dsp:nvSpPr>
      <dsp:spPr>
        <a:xfrm>
          <a:off x="8786283" y="1090292"/>
          <a:ext cx="1094783" cy="10947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19D749-CBFD-4C66-9643-9D61EE3F2BB1}">
      <dsp:nvSpPr>
        <dsp:cNvPr id="0" name=""/>
        <dsp:cNvSpPr/>
      </dsp:nvSpPr>
      <dsp:spPr>
        <a:xfrm>
          <a:off x="9019598" y="1323606"/>
          <a:ext cx="628154" cy="6281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7D97B-7630-456D-AE8C-5C0EF7C62FE3}">
      <dsp:nvSpPr>
        <dsp:cNvPr id="0" name=""/>
        <dsp:cNvSpPr/>
      </dsp:nvSpPr>
      <dsp:spPr>
        <a:xfrm>
          <a:off x="8436312" y="2526073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Educational platforms</a:t>
          </a:r>
        </a:p>
      </dsp:txBody>
      <dsp:txXfrm>
        <a:off x="8436312" y="2526073"/>
        <a:ext cx="1794726" cy="7178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A62A5A-8848-47BD-8C0F-C284D3AE07A5}">
      <dsp:nvSpPr>
        <dsp:cNvPr id="0" name=""/>
        <dsp:cNvSpPr/>
      </dsp:nvSpPr>
      <dsp:spPr>
        <a:xfrm>
          <a:off x="0" y="1095979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6D56F-0268-4061-A3AE-E6D75907E001}">
      <dsp:nvSpPr>
        <dsp:cNvPr id="0" name=""/>
        <dsp:cNvSpPr/>
      </dsp:nvSpPr>
      <dsp:spPr>
        <a:xfrm>
          <a:off x="333341" y="845059"/>
          <a:ext cx="4666783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 for more programming languages</a:t>
          </a:r>
        </a:p>
      </dsp:txBody>
      <dsp:txXfrm>
        <a:off x="357839" y="869557"/>
        <a:ext cx="4617787" cy="452844"/>
      </dsp:txXfrm>
    </dsp:sp>
    <dsp:sp modelId="{811211C7-B7A0-42E5-A0C6-6D6D378836A3}">
      <dsp:nvSpPr>
        <dsp:cNvPr id="0" name=""/>
        <dsp:cNvSpPr/>
      </dsp:nvSpPr>
      <dsp:spPr>
        <a:xfrm>
          <a:off x="0" y="1867099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73E748-63FF-45E8-9E39-0867265829F0}">
      <dsp:nvSpPr>
        <dsp:cNvPr id="0" name=""/>
        <dsp:cNvSpPr/>
      </dsp:nvSpPr>
      <dsp:spPr>
        <a:xfrm>
          <a:off x="333341" y="1616179"/>
          <a:ext cx="4666783" cy="5018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Integration with GitHub pull requests</a:t>
          </a:r>
        </a:p>
      </dsp:txBody>
      <dsp:txXfrm>
        <a:off x="357839" y="1640677"/>
        <a:ext cx="4617787" cy="452844"/>
      </dsp:txXfrm>
    </dsp:sp>
    <dsp:sp modelId="{A726D8F4-183A-42DE-AFB9-E74DB80A2AC1}">
      <dsp:nvSpPr>
        <dsp:cNvPr id="0" name=""/>
        <dsp:cNvSpPr/>
      </dsp:nvSpPr>
      <dsp:spPr>
        <a:xfrm>
          <a:off x="0" y="2638219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2BE971-0E43-43C4-AEF2-03EC46D9F54F}">
      <dsp:nvSpPr>
        <dsp:cNvPr id="0" name=""/>
        <dsp:cNvSpPr/>
      </dsp:nvSpPr>
      <dsp:spPr>
        <a:xfrm>
          <a:off x="333341" y="2387299"/>
          <a:ext cx="4666783" cy="5018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Real-time CI/CD automation</a:t>
          </a:r>
        </a:p>
      </dsp:txBody>
      <dsp:txXfrm>
        <a:off x="357839" y="2411797"/>
        <a:ext cx="4617787" cy="452844"/>
      </dsp:txXfrm>
    </dsp:sp>
    <dsp:sp modelId="{C858088E-180F-427F-A643-35F0DE04CDFE}">
      <dsp:nvSpPr>
        <dsp:cNvPr id="0" name=""/>
        <dsp:cNvSpPr/>
      </dsp:nvSpPr>
      <dsp:spPr>
        <a:xfrm>
          <a:off x="0" y="3409340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DB8FCE-9D34-4959-9D8B-DEFD9E154C1F}">
      <dsp:nvSpPr>
        <dsp:cNvPr id="0" name=""/>
        <dsp:cNvSpPr/>
      </dsp:nvSpPr>
      <dsp:spPr>
        <a:xfrm>
          <a:off x="333341" y="3158420"/>
          <a:ext cx="4666783" cy="5018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Advanced vulnerability detection</a:t>
          </a:r>
        </a:p>
      </dsp:txBody>
      <dsp:txXfrm>
        <a:off x="357839" y="3182918"/>
        <a:ext cx="4617787" cy="452844"/>
      </dsp:txXfrm>
    </dsp:sp>
    <dsp:sp modelId="{755C9E90-4654-454A-BC0A-6B91DF1C0E03}">
      <dsp:nvSpPr>
        <dsp:cNvPr id="0" name=""/>
        <dsp:cNvSpPr/>
      </dsp:nvSpPr>
      <dsp:spPr>
        <a:xfrm>
          <a:off x="0" y="4180460"/>
          <a:ext cx="6666833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3EC55-9356-4CFD-AA1E-F40DBD2D5F1C}">
      <dsp:nvSpPr>
        <dsp:cNvPr id="0" name=""/>
        <dsp:cNvSpPr/>
      </dsp:nvSpPr>
      <dsp:spPr>
        <a:xfrm>
          <a:off x="333341" y="3929540"/>
          <a:ext cx="4666783" cy="50184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Cloud deployment</a:t>
          </a:r>
        </a:p>
      </dsp:txBody>
      <dsp:txXfrm>
        <a:off x="357839" y="3954038"/>
        <a:ext cx="4617787" cy="4528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31C2A-0534-4F7F-AA75-83F33A163523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Agentic Code Studio automates core software engineering tasks</a:t>
          </a:r>
        </a:p>
      </dsp:txBody>
      <dsp:txXfrm>
        <a:off x="23773" y="23773"/>
        <a:ext cx="7797822" cy="764123"/>
      </dsp:txXfrm>
    </dsp:sp>
    <dsp:sp modelId="{047AAC20-108E-40DB-8356-EE6B3FC9D096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Multi-agent collaboration improves reliability</a:t>
          </a:r>
        </a:p>
      </dsp:txBody>
      <dsp:txXfrm>
        <a:off x="755937" y="983018"/>
        <a:ext cx="7434967" cy="764123"/>
      </dsp:txXfrm>
    </dsp:sp>
    <dsp:sp modelId="{1664CD82-B5EA-41A7-83CF-13A9411BEC4A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Reduces human effort and improves productivity</a:t>
          </a:r>
        </a:p>
      </dsp:txBody>
      <dsp:txXfrm>
        <a:off x="1477174" y="1942263"/>
        <a:ext cx="7445895" cy="764123"/>
      </dsp:txXfrm>
    </dsp:sp>
    <dsp:sp modelId="{41E49168-87FE-4C35-A9E7-795B68FEC3B9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Represents the future of AI-assisted software development</a:t>
          </a:r>
        </a:p>
      </dsp:txBody>
      <dsp:txXfrm>
        <a:off x="2209338" y="2901508"/>
        <a:ext cx="7434967" cy="764123"/>
      </dsp:txXfrm>
    </dsp:sp>
    <dsp:sp modelId="{AB501CDF-6D91-40B5-B3B7-6C176C291A87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333384" y="621664"/>
        <a:ext cx="290172" cy="397007"/>
      </dsp:txXfrm>
    </dsp:sp>
    <dsp:sp modelId="{2301C30C-22EC-41E2-9D92-40180527815C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18313"/>
            <a:satOff val="-15017"/>
            <a:lumOff val="-9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18313"/>
              <a:satOff val="-15017"/>
              <a:lumOff val="-9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65548" y="1580910"/>
        <a:ext cx="290172" cy="397007"/>
      </dsp:txXfrm>
    </dsp:sp>
    <dsp:sp modelId="{E892CDD3-C05A-40A2-AAB0-699928F44258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36627"/>
            <a:satOff val="-30034"/>
            <a:lumOff val="-19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36627"/>
              <a:satOff val="-30034"/>
              <a:lumOff val="-19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786785" y="2540155"/>
        <a:ext cx="290172" cy="397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500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74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4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458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159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90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923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01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17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7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66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081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1208" y="70271"/>
            <a:ext cx="3397649" cy="3303764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>
                <a:ea typeface="+mj-lt"/>
                <a:cs typeface="+mj-lt"/>
              </a:rPr>
              <a:t>Agentic Code Studio: AI Bug Detector and Optimizer</a:t>
            </a:r>
            <a:endParaRPr lang="en-US" sz="41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302441"/>
            <a:ext cx="3397649" cy="227020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>
            <a:normAutofit/>
          </a:bodyPr>
          <a:lstStyle/>
          <a:p>
            <a:pPr algn="r"/>
            <a:r>
              <a:rPr lang="en-US" sz="1900" b="1" dirty="0">
                <a:solidFill>
                  <a:srgbClr val="7F7F7F"/>
                </a:solidFill>
                <a:latin typeface="Trebuchet MS"/>
              </a:rPr>
              <a:t>Team Merlin</a:t>
            </a:r>
            <a:endParaRPr lang="en-US" sz="1900" b="1" dirty="0"/>
          </a:p>
          <a:p>
            <a:pPr algn="r"/>
            <a:r>
              <a:rPr lang="en-US" sz="1300" b="1" dirty="0">
                <a:solidFill>
                  <a:srgbClr val="7F7F7F"/>
                </a:solidFill>
                <a:latin typeface="Trebuchet MS"/>
              </a:rPr>
              <a:t>Kishore B – CB.SC.U4AIE23139</a:t>
            </a:r>
            <a:endParaRPr lang="en-US" sz="1300" b="1" dirty="0"/>
          </a:p>
          <a:p>
            <a:pPr algn="r"/>
            <a:r>
              <a:rPr lang="en-US" sz="1300" b="1" dirty="0">
                <a:solidFill>
                  <a:srgbClr val="7F7F7F"/>
                </a:solidFill>
                <a:latin typeface="Trebuchet MS"/>
              </a:rPr>
              <a:t>Sai Charan M – CB.SC.U4AIE23143</a:t>
            </a:r>
            <a:endParaRPr lang="en-US" sz="1300" b="1" dirty="0"/>
          </a:p>
          <a:p>
            <a:pPr algn="r"/>
            <a:r>
              <a:rPr lang="en-US" sz="1300" b="1" err="1">
                <a:solidFill>
                  <a:srgbClr val="7F7F7F"/>
                </a:solidFill>
                <a:latin typeface="Trebuchet MS"/>
              </a:rPr>
              <a:t>Koushal</a:t>
            </a:r>
            <a:r>
              <a:rPr lang="en-US" sz="1300" b="1" dirty="0">
                <a:solidFill>
                  <a:srgbClr val="7F7F7F"/>
                </a:solidFill>
                <a:latin typeface="Trebuchet MS"/>
              </a:rPr>
              <a:t> Reddy M  - CB.SC.U4AIE23145</a:t>
            </a:r>
            <a:endParaRPr lang="en-US" sz="1300" b="1" dirty="0"/>
          </a:p>
          <a:p>
            <a:pPr algn="r"/>
            <a:r>
              <a:rPr lang="en-US" sz="1300" b="1" dirty="0">
                <a:solidFill>
                  <a:srgbClr val="7F7F7F"/>
                </a:solidFill>
                <a:latin typeface="Trebuchet MS"/>
              </a:rPr>
              <a:t>Mohan Raj – CB.SC.U4AIE23147</a:t>
            </a:r>
            <a:endParaRPr lang="en-US" sz="1300" b="1" dirty="0"/>
          </a:p>
          <a:p>
            <a:pPr algn="r"/>
            <a:r>
              <a:rPr lang="en-US" sz="1300" b="1" dirty="0">
                <a:solidFill>
                  <a:srgbClr val="7F7F7F"/>
                </a:solidFill>
                <a:latin typeface="Trebuchet MS"/>
              </a:rPr>
              <a:t>Naveen Babu M S  - CB.SC.U4AIE23153</a:t>
            </a:r>
            <a:endParaRPr lang="en-US" sz="1300" b="1" dirty="0"/>
          </a:p>
          <a:p>
            <a:endParaRPr lang="en-US" sz="3100" b="1" dirty="0"/>
          </a:p>
        </p:txBody>
      </p:sp>
      <p:pic>
        <p:nvPicPr>
          <p:cNvPr id="6" name="Picture 5" descr="Code Bug Software Bug Hidden Inside Stock Illustration 68704024 |  Shutterstock">
            <a:extLst>
              <a:ext uri="{FF2B5EF4-FFF2-40B4-BE49-F238E27FC236}">
                <a16:creationId xmlns:a16="http://schemas.microsoft.com/office/drawing/2014/main" id="{64DF317E-759B-F1B1-3FB8-297EF1BA7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650" y="965741"/>
            <a:ext cx="6572938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D26D1-6441-50AE-2CA1-786DEB08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900" y="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b="0" dirty="0">
                <a:ea typeface="+mj-lt"/>
                <a:cs typeface="+mj-lt"/>
              </a:rPr>
              <a:t>Problem Statement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F117-4449-9064-A73B-C0795F2CC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636" y="1874552"/>
            <a:ext cx="5315189" cy="4686885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/>
              <a:t>Problems in Traditional Software Development</a:t>
            </a: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Manual bug detection and fixing</a:t>
            </a:r>
            <a:r>
              <a:rPr lang="en-US" sz="1400" dirty="0"/>
              <a:t> is repetitive and time-consuming.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Code optimization</a:t>
            </a:r>
            <a:r>
              <a:rPr lang="en-US" sz="1400" dirty="0"/>
              <a:t> relies heavily on individual developer experience and seniority.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Security vulnerabilities</a:t>
            </a:r>
            <a:r>
              <a:rPr lang="en-US" sz="1400" dirty="0"/>
              <a:t> are often detected too late (post-development).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Code reviews</a:t>
            </a:r>
            <a:r>
              <a:rPr lang="en-US" sz="1400" dirty="0"/>
              <a:t> are inconsistent, subjective, and prone to human error.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Standard AI tools</a:t>
            </a:r>
            <a:r>
              <a:rPr lang="en-US" sz="1400" dirty="0"/>
              <a:t> generate code but fail to validate executable correctness.</a:t>
            </a:r>
          </a:p>
          <a:p>
            <a:pPr marL="0" indent="0">
              <a:buNone/>
            </a:pPr>
            <a:r>
              <a:rPr lang="en-US" sz="1400" b="1" dirty="0"/>
              <a:t>Need for Solution</a:t>
            </a:r>
            <a:endParaRPr lang="en-US" sz="1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Automated, self-correcting workflows </a:t>
            </a:r>
            <a:r>
              <a:rPr lang="en-US" sz="1400" dirty="0"/>
              <a:t>for fixing, optimizing, and securing code.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Intelligent complexity analysis</a:t>
            </a:r>
            <a:r>
              <a:rPr lang="en-US" sz="1400" dirty="0"/>
              <a:t> for algorithmic optimization.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Built-in security auditing</a:t>
            </a:r>
            <a:r>
              <a:rPr lang="en-US" sz="1400" dirty="0"/>
              <a:t> during the coding phase.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b="1" dirty="0"/>
              <a:t>Multi-agent collaboration</a:t>
            </a:r>
            <a:r>
              <a:rPr lang="en-US" sz="1400" dirty="0"/>
              <a:t> to simulate a full engineering team.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Warning">
            <a:extLst>
              <a:ext uri="{FF2B5EF4-FFF2-40B4-BE49-F238E27FC236}">
                <a16:creationId xmlns:a16="http://schemas.microsoft.com/office/drawing/2014/main" id="{CDE97A23-BD83-C8C9-0F66-4CDE7B25E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5967" y="1359681"/>
            <a:ext cx="4170530" cy="41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5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A57E8-E215-6BC9-A21C-D58F3702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0">
                <a:solidFill>
                  <a:srgbClr val="FFFFFF"/>
                </a:solidFill>
                <a:ea typeface="+mj-lt"/>
                <a:cs typeface="+mj-lt"/>
              </a:rPr>
              <a:t>Proposed Solution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DA1D2E-A132-02FF-9EEE-0B0B21FB6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95590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616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856DC-68D0-12FF-D951-B3AE2CAD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b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</a:t>
            </a:r>
            <a:endParaRPr lang="en-US" sz="33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A diagram of a software project&#10;&#10;AI-generated content may be incorrect.">
            <a:extLst>
              <a:ext uri="{FF2B5EF4-FFF2-40B4-BE49-F238E27FC236}">
                <a16:creationId xmlns:a16="http://schemas.microsoft.com/office/drawing/2014/main" id="{4B709538-538B-B066-D585-7480712AE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65" y="613481"/>
            <a:ext cx="2794892" cy="563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1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E75C91-BD19-2ED9-30DE-FE714E16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 b="0">
                <a:solidFill>
                  <a:srgbClr val="FFFFFF"/>
                </a:solidFill>
                <a:ea typeface="+mj-lt"/>
                <a:cs typeface="+mj-lt"/>
              </a:rPr>
              <a:t>Multi-Agent Roles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9AB03-935C-6576-FD3C-2FC33AEBE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 dirty="0"/>
              <a:t>Developer Agent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Writes and fixes code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Applies optimizations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Critic Agent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Reviews logic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Checks best practices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Finds design flaws</a:t>
            </a:r>
            <a:endParaRPr lang="en-US" dirty="0"/>
          </a:p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66E2D-1198-A1BC-4AF9-CFCC4B568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Tester Agent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>
                <a:ea typeface="+mn-lt"/>
                <a:cs typeface="+mn-lt"/>
              </a:rPr>
              <a:t>Generates unit tests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>
                <a:ea typeface="+mn-lt"/>
                <a:cs typeface="+mn-lt"/>
              </a:rPr>
              <a:t>Executes test cases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>
                <a:ea typeface="+mn-lt"/>
                <a:cs typeface="+mn-lt"/>
              </a:rPr>
              <a:t>Confirms bug fixes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Security Agent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>
                <a:ea typeface="+mn-lt"/>
                <a:cs typeface="+mn-lt"/>
              </a:rPr>
              <a:t>Detects vulnerabilities (SQL Injection, XSS, etc.)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>
                <a:ea typeface="+mn-lt"/>
                <a:cs typeface="+mn-lt"/>
              </a:rPr>
              <a:t>Suggests secure patches</a:t>
            </a:r>
            <a:endParaRPr lang="en-US"/>
          </a:p>
          <a:p>
            <a:pPr>
              <a:lnSpc>
                <a:spcPct val="11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4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3EFC85-5776-8AB7-6D83-1E48E8C6B48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345" r="9085" b="99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40B4ED-F458-3E75-1366-FD4D8FD8F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Key Features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00A1CB-3C3F-9D30-4794-09FC11695D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0565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1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B2F599-4384-0DE7-87A7-CE99FBD39F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6769" r="9091" b="1095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13206-8382-E170-0D6B-806ADD094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Technology Stack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2BACF5-616E-2204-DE48-7E54F23327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8487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28176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1E6B2-89DF-B905-863D-52386C30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Project Workflow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8A235E-D2FC-8171-CC7F-193B1A7E84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7916796"/>
              </p:ext>
            </p:extLst>
          </p:nvPr>
        </p:nvGraphicFramePr>
        <p:xfrm>
          <a:off x="907239" y="199126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2430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A2E94-54F6-31A7-B1F0-0615B47F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22" y="591829"/>
            <a:ext cx="3939688" cy="5583126"/>
          </a:xfrm>
        </p:spPr>
        <p:txBody>
          <a:bodyPr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Advantages</a:t>
            </a:r>
            <a:endParaRPr lang="en-US" sz="50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361DA0-183F-3259-9740-76E6FC0B40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251402"/>
              </p:ext>
            </p:extLst>
          </p:nvPr>
        </p:nvGraphicFramePr>
        <p:xfrm>
          <a:off x="5492710" y="671805"/>
          <a:ext cx="5861090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623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81D53-25DE-94F2-7271-4B317A7EA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Applications</a:t>
            </a:r>
            <a:endParaRPr lang="en-US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A159F7-BD2D-ECDB-075C-9E7A2C8ADA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1571525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860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73CC4-CF75-3FA9-F32A-7AE5F6CAE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ea typeface="+mj-lt"/>
                <a:cs typeface="+mj-lt"/>
              </a:rPr>
              <a:t>Future Enhancements</a:t>
            </a: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54A5A6-B3A4-741E-97AB-C307127124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84090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8196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311CA7-CFB4-5B7E-5981-41A1DA03E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Conclusion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5ECBC0-ECDB-9839-95F0-4980690FE4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04147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09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22B36-D9F6-BA81-86E2-15AA2E479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608" y="1380564"/>
            <a:ext cx="4561369" cy="23462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E38061B-9B8B-E569-D6A7-2AADC7D49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0935" y="1419785"/>
            <a:ext cx="4018430" cy="401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5595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404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Neue Haas Grotesk Text Pro</vt:lpstr>
      <vt:lpstr>Trebuchet MS</vt:lpstr>
      <vt:lpstr>Wingdings</vt:lpstr>
      <vt:lpstr>VanillaVTI</vt:lpstr>
      <vt:lpstr>Agentic Code Studio: AI Bug Detector and Optimizer</vt:lpstr>
      <vt:lpstr>Problem Statement</vt:lpstr>
      <vt:lpstr>Proposed Solution</vt:lpstr>
      <vt:lpstr>System Architecture</vt:lpstr>
      <vt:lpstr>Multi-Agent Roles</vt:lpstr>
      <vt:lpstr>Key Features</vt:lpstr>
      <vt:lpstr>Technology Stack</vt:lpstr>
      <vt:lpstr>Project Workflow</vt:lpstr>
      <vt:lpstr>Advantages</vt:lpstr>
      <vt:lpstr>Applications</vt:lpstr>
      <vt:lpstr>Future Enhancements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Kishore Balaji</cp:lastModifiedBy>
  <cp:revision>134</cp:revision>
  <dcterms:created xsi:type="dcterms:W3CDTF">2026-01-28T16:19:55Z</dcterms:created>
  <dcterms:modified xsi:type="dcterms:W3CDTF">2026-01-30T04:54:41Z</dcterms:modified>
</cp:coreProperties>
</file>